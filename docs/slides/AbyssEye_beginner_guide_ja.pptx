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ヒラギノ角ゴ ProN W3"/>
          <a:ea typeface="ヒラギノ角ゴ ProN W3"/>
          <a:cs typeface="ヒラギノ角ゴ ProN W3"/>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ヒラギノ角ゴ ProN W3"/>
          <a:ea typeface="ヒラギノ角ゴ ProN W3"/>
          <a:cs typeface="ヒラギノ角ゴ ProN W3"/>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ヒラギノ角ゴ ProN W3"/>
          <a:ea typeface="ヒラギノ角ゴ ProN W3"/>
          <a:cs typeface="ヒラギノ角ゴ ProN W3"/>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ヒラギノ角ゴ ProN W3"/>
          <a:ea typeface="ヒラギノ角ゴ ProN W3"/>
          <a:cs typeface="ヒラギノ角ゴ ProN W3"/>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ヒラギノ角ゴ ProN W3"/>
          <a:ea typeface="ヒラギノ角ゴ ProN W3"/>
          <a:cs typeface="ヒラギノ角ゴ ProN W3"/>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ヒラギノ角ゴ ProN W3"/>
          <a:ea typeface="ヒラギノ角ゴ ProN W3"/>
          <a:cs typeface="ヒラギノ角ゴ ProN W3"/>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ヒラギノ角ゴ ProN W3"/>
          <a:ea typeface="ヒラギノ角ゴ ProN W3"/>
          <a:cs typeface="ヒラギノ角ゴ ProN W3"/>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ヒラギノ角ゴ ProN W3"/>
          <a:ea typeface="ヒラギノ角ゴ ProN W3"/>
          <a:cs typeface="ヒラギノ角ゴ ProN W3"/>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ヒラギノ角ゴ ProN W3"/>
          <a:ea typeface="ヒラギノ角ゴ ProN W3"/>
          <a:cs typeface="ヒラギノ角ゴ ProN W3"/>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ヒラギノ角ゴ ProN W3"/>
        <a:ea typeface="ヒラギノ角ゴ ProN W3"/>
        <a:cs typeface="ヒラギノ角ゴ ProN W3"/>
        <a:sym typeface="ヒラギノ角ゴ ProN W3"/>
      </a:defRPr>
    </a:lvl1pPr>
    <a:lvl2pPr indent="228600" defTabSz="457200" latinLnBrk="0">
      <a:lnSpc>
        <a:spcPct val="117999"/>
      </a:lnSpc>
      <a:defRPr sz="2200">
        <a:latin typeface="ヒラギノ角ゴ ProN W3"/>
        <a:ea typeface="ヒラギノ角ゴ ProN W3"/>
        <a:cs typeface="ヒラギノ角ゴ ProN W3"/>
        <a:sym typeface="ヒラギノ角ゴ ProN W3"/>
      </a:defRPr>
    </a:lvl2pPr>
    <a:lvl3pPr indent="457200" defTabSz="457200" latinLnBrk="0">
      <a:lnSpc>
        <a:spcPct val="117999"/>
      </a:lnSpc>
      <a:defRPr sz="2200">
        <a:latin typeface="ヒラギノ角ゴ ProN W3"/>
        <a:ea typeface="ヒラギノ角ゴ ProN W3"/>
        <a:cs typeface="ヒラギノ角ゴ ProN W3"/>
        <a:sym typeface="ヒラギノ角ゴ ProN W3"/>
      </a:defRPr>
    </a:lvl3pPr>
    <a:lvl4pPr indent="685800" defTabSz="457200" latinLnBrk="0">
      <a:lnSpc>
        <a:spcPct val="117999"/>
      </a:lnSpc>
      <a:defRPr sz="2200">
        <a:latin typeface="ヒラギノ角ゴ ProN W3"/>
        <a:ea typeface="ヒラギノ角ゴ ProN W3"/>
        <a:cs typeface="ヒラギノ角ゴ ProN W3"/>
        <a:sym typeface="ヒラギノ角ゴ ProN W3"/>
      </a:defRPr>
    </a:lvl4pPr>
    <a:lvl5pPr indent="914400" defTabSz="457200" latinLnBrk="0">
      <a:lnSpc>
        <a:spcPct val="117999"/>
      </a:lnSpc>
      <a:defRPr sz="2200">
        <a:latin typeface="ヒラギノ角ゴ ProN W3"/>
        <a:ea typeface="ヒラギノ角ゴ ProN W3"/>
        <a:cs typeface="ヒラギノ角ゴ ProN W3"/>
        <a:sym typeface="ヒラギノ角ゴ ProN W3"/>
      </a:defRPr>
    </a:lvl5pPr>
    <a:lvl6pPr indent="1143000" defTabSz="457200" latinLnBrk="0">
      <a:lnSpc>
        <a:spcPct val="117999"/>
      </a:lnSpc>
      <a:defRPr sz="2200">
        <a:latin typeface="ヒラギノ角ゴ ProN W3"/>
        <a:ea typeface="ヒラギノ角ゴ ProN W3"/>
        <a:cs typeface="ヒラギノ角ゴ ProN W3"/>
        <a:sym typeface="ヒラギノ角ゴ ProN W3"/>
      </a:defRPr>
    </a:lvl6pPr>
    <a:lvl7pPr indent="1371600" defTabSz="457200" latinLnBrk="0">
      <a:lnSpc>
        <a:spcPct val="117999"/>
      </a:lnSpc>
      <a:defRPr sz="2200">
        <a:latin typeface="ヒラギノ角ゴ ProN W3"/>
        <a:ea typeface="ヒラギノ角ゴ ProN W3"/>
        <a:cs typeface="ヒラギノ角ゴ ProN W3"/>
        <a:sym typeface="ヒラギノ角ゴ ProN W3"/>
      </a:defRPr>
    </a:lvl7pPr>
    <a:lvl8pPr indent="1600200" defTabSz="457200" latinLnBrk="0">
      <a:lnSpc>
        <a:spcPct val="117999"/>
      </a:lnSpc>
      <a:defRPr sz="2200">
        <a:latin typeface="ヒラギノ角ゴ ProN W3"/>
        <a:ea typeface="ヒラギノ角ゴ ProN W3"/>
        <a:cs typeface="ヒラギノ角ゴ ProN W3"/>
        <a:sym typeface="ヒラギノ角ゴ ProN W3"/>
      </a:defRPr>
    </a:lvl8pPr>
    <a:lvl9pPr indent="1828800" defTabSz="457200" latinLnBrk="0">
      <a:lnSpc>
        <a:spcPct val="117999"/>
      </a:lnSpc>
      <a:defRPr sz="2200">
        <a:latin typeface="ヒラギノ角ゴ ProN W3"/>
        <a:ea typeface="ヒラギノ角ゴ ProN W3"/>
        <a:cs typeface="ヒラギノ角ゴ ProN W3"/>
        <a:sym typeface="ヒラギノ角ゴ ProN W3"/>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タイトル">
    <p:spTree>
      <p:nvGrpSpPr>
        <p:cNvPr id="1" name=""/>
        <p:cNvGrpSpPr/>
        <p:nvPr/>
      </p:nvGrpSpPr>
      <p:grpSpPr>
        <a:xfrm>
          <a:off x="0" y="0"/>
          <a:ext cx="0" cy="0"/>
          <a:chOff x="0" y="0"/>
          <a:chExt cx="0" cy="0"/>
        </a:xfrm>
      </p:grpSpPr>
      <p:sp>
        <p:nvSpPr>
          <p:cNvPr id="11" name="作者と日付"/>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ヒラギノ角ゴ ProN W6"/>
              </a:defRPr>
            </a:lvl1pPr>
          </a:lstStyle>
          <a:p>
            <a:pPr/>
            <a:r>
              <a:t>作者と日付</a:t>
            </a:r>
          </a:p>
        </p:txBody>
      </p:sp>
      <p:sp>
        <p:nvSpPr>
          <p:cNvPr id="12" name="プレゼンテーションのタイトル"/>
          <p:cNvSpPr txBox="1"/>
          <p:nvPr>
            <p:ph type="title" hasCustomPrompt="1"/>
          </p:nvPr>
        </p:nvSpPr>
        <p:spPr>
          <a:xfrm>
            <a:off x="1206496" y="2574991"/>
            <a:ext cx="21971004" cy="4648201"/>
          </a:xfrm>
          <a:prstGeom prst="rect">
            <a:avLst/>
          </a:prstGeom>
        </p:spPr>
        <p:txBody>
          <a:bodyPr anchor="b"/>
          <a:lstStyle>
            <a:lvl1pPr>
              <a:defRPr spc="-232" sz="11600"/>
            </a:lvl1pPr>
          </a:lstStyle>
          <a:p>
            <a:pPr/>
            <a:r>
              <a:t>プレゼンテーションのタイトル</a:t>
            </a:r>
          </a:p>
        </p:txBody>
      </p:sp>
      <p:sp>
        <p:nvSpPr>
          <p:cNvPr id="13" name="本文レベル1…"/>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a:latin typeface="+mn-lt"/>
                <a:ea typeface="+mn-ea"/>
                <a:cs typeface="+mn-cs"/>
                <a:sym typeface="ヒラギノ角ゴ ProN W6"/>
              </a:defRPr>
            </a:lvl1pPr>
            <a:lvl2pPr marL="0" indent="457200" defTabSz="825500">
              <a:lnSpc>
                <a:spcPct val="100000"/>
              </a:lnSpc>
              <a:spcBef>
                <a:spcPts val="0"/>
              </a:spcBef>
              <a:buSzTx/>
              <a:buNone/>
              <a:defRPr sz="5500">
                <a:latin typeface="+mn-lt"/>
                <a:ea typeface="+mn-ea"/>
                <a:cs typeface="+mn-cs"/>
                <a:sym typeface="ヒラギノ角ゴ ProN W6"/>
              </a:defRPr>
            </a:lvl2pPr>
            <a:lvl3pPr marL="0" indent="914400" defTabSz="825500">
              <a:lnSpc>
                <a:spcPct val="100000"/>
              </a:lnSpc>
              <a:spcBef>
                <a:spcPts val="0"/>
              </a:spcBef>
              <a:buSzTx/>
              <a:buNone/>
              <a:defRPr sz="5500">
                <a:latin typeface="+mn-lt"/>
                <a:ea typeface="+mn-ea"/>
                <a:cs typeface="+mn-cs"/>
                <a:sym typeface="ヒラギノ角ゴ ProN W6"/>
              </a:defRPr>
            </a:lvl3pPr>
            <a:lvl4pPr marL="0" indent="1371600" defTabSz="825500">
              <a:lnSpc>
                <a:spcPct val="100000"/>
              </a:lnSpc>
              <a:spcBef>
                <a:spcPts val="0"/>
              </a:spcBef>
              <a:buSzTx/>
              <a:buNone/>
              <a:defRPr sz="5500">
                <a:latin typeface="+mn-lt"/>
                <a:ea typeface="+mn-ea"/>
                <a:cs typeface="+mn-cs"/>
                <a:sym typeface="ヒラギノ角ゴ ProN W6"/>
              </a:defRPr>
            </a:lvl4pPr>
            <a:lvl5pPr marL="0" indent="1828800" defTabSz="825500">
              <a:lnSpc>
                <a:spcPct val="100000"/>
              </a:lnSpc>
              <a:spcBef>
                <a:spcPts val="0"/>
              </a:spcBef>
              <a:buSzTx/>
              <a:buNone/>
              <a:defRPr sz="5500">
                <a:latin typeface="+mn-lt"/>
                <a:ea typeface="+mn-ea"/>
                <a:cs typeface="+mn-cs"/>
                <a:sym typeface="ヒラギノ角ゴ ProN W6"/>
              </a:defRPr>
            </a:lvl5pPr>
          </a:lstStyle>
          <a:p>
            <a:pPr/>
            <a:r>
              <a:t>プレゼンテーションのサブタイトル</a:t>
            </a:r>
          </a:p>
          <a:p>
            <a:pPr lvl="1"/>
            <a:r>
              <a:t/>
            </a:r>
          </a:p>
          <a:p>
            <a:pPr lvl="2"/>
            <a:r>
              <a:t/>
            </a:r>
          </a:p>
          <a:p>
            <a:pPr lvl="3"/>
            <a:r>
              <a:t/>
            </a:r>
          </a:p>
          <a:p>
            <a:pPr lvl="4"/>
            <a:r>
              <a:t/>
            </a:r>
          </a:p>
        </p:txBody>
      </p:sp>
      <p:sp>
        <p:nvSpPr>
          <p:cNvPr id="1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amp;画像">
    <p:spTree>
      <p:nvGrpSpPr>
        <p:cNvPr id="1" name=""/>
        <p:cNvGrpSpPr/>
        <p:nvPr/>
      </p:nvGrpSpPr>
      <p:grpSpPr>
        <a:xfrm>
          <a:off x="0" y="0"/>
          <a:ext cx="0" cy="0"/>
          <a:chOff x="0" y="0"/>
          <a:chExt cx="0" cy="0"/>
        </a:xfrm>
      </p:grpSpPr>
      <p:sp>
        <p:nvSpPr>
          <p:cNvPr id="21" name="アボカドとライム"/>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プレゼンテーションのタイトル"/>
          <p:cNvSpPr txBox="1"/>
          <p:nvPr>
            <p:ph type="title" hasCustomPrompt="1"/>
          </p:nvPr>
        </p:nvSpPr>
        <p:spPr>
          <a:xfrm>
            <a:off x="1206500" y="7124700"/>
            <a:ext cx="21971000" cy="4648200"/>
          </a:xfrm>
          <a:prstGeom prst="rect">
            <a:avLst/>
          </a:prstGeom>
        </p:spPr>
        <p:txBody>
          <a:bodyPr anchor="b"/>
          <a:lstStyle>
            <a:lvl1pPr>
              <a:defRPr spc="-232" sz="11600"/>
            </a:lvl1pPr>
          </a:lstStyle>
          <a:p>
            <a:pPr/>
            <a:r>
              <a:t>プレゼンテーションのタイトル</a:t>
            </a:r>
          </a:p>
        </p:txBody>
      </p:sp>
      <p:sp>
        <p:nvSpPr>
          <p:cNvPr id="23" name="作者と日付"/>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ヒラギノ角ゴ ProN W6"/>
              </a:defRPr>
            </a:lvl1pPr>
          </a:lstStyle>
          <a:p>
            <a:pPr/>
            <a:r>
              <a:t>作者と日付</a:t>
            </a:r>
          </a:p>
        </p:txBody>
      </p:sp>
      <p:sp>
        <p:nvSpPr>
          <p:cNvPr id="24" name="本文レベル1…"/>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a:latin typeface="+mn-lt"/>
                <a:ea typeface="+mn-ea"/>
                <a:cs typeface="+mn-cs"/>
                <a:sym typeface="ヒラギノ角ゴ ProN W6"/>
              </a:defRPr>
            </a:lvl1pPr>
            <a:lvl2pPr marL="0" indent="457200" defTabSz="825500">
              <a:lnSpc>
                <a:spcPct val="100000"/>
              </a:lnSpc>
              <a:spcBef>
                <a:spcPts val="0"/>
              </a:spcBef>
              <a:buSzTx/>
              <a:buNone/>
              <a:defRPr sz="5500">
                <a:latin typeface="+mn-lt"/>
                <a:ea typeface="+mn-ea"/>
                <a:cs typeface="+mn-cs"/>
                <a:sym typeface="ヒラギノ角ゴ ProN W6"/>
              </a:defRPr>
            </a:lvl2pPr>
            <a:lvl3pPr marL="0" indent="914400" defTabSz="825500">
              <a:lnSpc>
                <a:spcPct val="100000"/>
              </a:lnSpc>
              <a:spcBef>
                <a:spcPts val="0"/>
              </a:spcBef>
              <a:buSzTx/>
              <a:buNone/>
              <a:defRPr sz="5500">
                <a:latin typeface="+mn-lt"/>
                <a:ea typeface="+mn-ea"/>
                <a:cs typeface="+mn-cs"/>
                <a:sym typeface="ヒラギノ角ゴ ProN W6"/>
              </a:defRPr>
            </a:lvl3pPr>
            <a:lvl4pPr marL="0" indent="1371600" defTabSz="825500">
              <a:lnSpc>
                <a:spcPct val="100000"/>
              </a:lnSpc>
              <a:spcBef>
                <a:spcPts val="0"/>
              </a:spcBef>
              <a:buSzTx/>
              <a:buNone/>
              <a:defRPr sz="5500">
                <a:latin typeface="+mn-lt"/>
                <a:ea typeface="+mn-ea"/>
                <a:cs typeface="+mn-cs"/>
                <a:sym typeface="ヒラギノ角ゴ ProN W6"/>
              </a:defRPr>
            </a:lvl4pPr>
            <a:lvl5pPr marL="0" indent="1828800" defTabSz="825500">
              <a:lnSpc>
                <a:spcPct val="100000"/>
              </a:lnSpc>
              <a:spcBef>
                <a:spcPts val="0"/>
              </a:spcBef>
              <a:buSzTx/>
              <a:buNone/>
              <a:defRPr sz="5500">
                <a:latin typeface="+mn-lt"/>
                <a:ea typeface="+mn-ea"/>
                <a:cs typeface="+mn-cs"/>
                <a:sym typeface="ヒラギノ角ゴ ProN W6"/>
              </a:defRPr>
            </a:lvl5pPr>
          </a:lstStyle>
          <a:p>
            <a:pPr/>
            <a:r>
              <a:t>プレゼンテーションのサブタイトル</a:t>
            </a:r>
          </a:p>
          <a:p>
            <a:pPr lvl="1"/>
            <a:r>
              <a:t/>
            </a:r>
          </a:p>
          <a:p>
            <a:pPr lvl="2"/>
            <a:r>
              <a:t/>
            </a:r>
          </a:p>
          <a:p>
            <a:pPr lvl="3"/>
            <a:r>
              <a:t/>
            </a:r>
          </a:p>
          <a:p>
            <a:pPr lvl="4"/>
            <a:r>
              <a:t/>
            </a:r>
          </a:p>
        </p:txBody>
      </p:sp>
      <p:sp>
        <p:nvSpPr>
          <p:cNvPr id="2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amp;画像（代替）">
    <p:spTree>
      <p:nvGrpSpPr>
        <p:cNvPr id="1" name=""/>
        <p:cNvGrpSpPr/>
        <p:nvPr/>
      </p:nvGrpSpPr>
      <p:grpSpPr>
        <a:xfrm>
          <a:off x="0" y="0"/>
          <a:ext cx="0" cy="0"/>
          <a:chOff x="0" y="0"/>
          <a:chExt cx="0" cy="0"/>
        </a:xfrm>
      </p:grpSpPr>
      <p:sp>
        <p:nvSpPr>
          <p:cNvPr id="32" name="サーモンケーキ、サラダ、フムスが入ったボウル"/>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スライドのタイトル"/>
          <p:cNvSpPr txBox="1"/>
          <p:nvPr>
            <p:ph type="title" hasCustomPrompt="1"/>
          </p:nvPr>
        </p:nvSpPr>
        <p:spPr>
          <a:xfrm>
            <a:off x="1206500" y="1270000"/>
            <a:ext cx="9779000" cy="5882273"/>
          </a:xfrm>
          <a:prstGeom prst="rect">
            <a:avLst/>
          </a:prstGeom>
        </p:spPr>
        <p:txBody>
          <a:bodyPr anchor="b"/>
          <a:lstStyle/>
          <a:p>
            <a:pPr/>
            <a:r>
              <a:t>スライドのタイトル</a:t>
            </a:r>
          </a:p>
        </p:txBody>
      </p:sp>
      <p:sp>
        <p:nvSpPr>
          <p:cNvPr id="34" name="本文レベル1…"/>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a:latin typeface="+mn-lt"/>
                <a:ea typeface="+mn-ea"/>
                <a:cs typeface="+mn-cs"/>
                <a:sym typeface="ヒラギノ角ゴ ProN W6"/>
              </a:defRPr>
            </a:lvl1pPr>
            <a:lvl2pPr marL="0" indent="457200" defTabSz="825500">
              <a:lnSpc>
                <a:spcPct val="100000"/>
              </a:lnSpc>
              <a:spcBef>
                <a:spcPts val="0"/>
              </a:spcBef>
              <a:buSzTx/>
              <a:buNone/>
              <a:defRPr sz="5500">
                <a:latin typeface="+mn-lt"/>
                <a:ea typeface="+mn-ea"/>
                <a:cs typeface="+mn-cs"/>
                <a:sym typeface="ヒラギノ角ゴ ProN W6"/>
              </a:defRPr>
            </a:lvl2pPr>
            <a:lvl3pPr marL="0" indent="914400" defTabSz="825500">
              <a:lnSpc>
                <a:spcPct val="100000"/>
              </a:lnSpc>
              <a:spcBef>
                <a:spcPts val="0"/>
              </a:spcBef>
              <a:buSzTx/>
              <a:buNone/>
              <a:defRPr sz="5500">
                <a:latin typeface="+mn-lt"/>
                <a:ea typeface="+mn-ea"/>
                <a:cs typeface="+mn-cs"/>
                <a:sym typeface="ヒラギノ角ゴ ProN W6"/>
              </a:defRPr>
            </a:lvl3pPr>
            <a:lvl4pPr marL="0" indent="1371600" defTabSz="825500">
              <a:lnSpc>
                <a:spcPct val="100000"/>
              </a:lnSpc>
              <a:spcBef>
                <a:spcPts val="0"/>
              </a:spcBef>
              <a:buSzTx/>
              <a:buNone/>
              <a:defRPr sz="5500">
                <a:latin typeface="+mn-lt"/>
                <a:ea typeface="+mn-ea"/>
                <a:cs typeface="+mn-cs"/>
                <a:sym typeface="ヒラギノ角ゴ ProN W6"/>
              </a:defRPr>
            </a:lvl4pPr>
            <a:lvl5pPr marL="0" indent="1828800" defTabSz="825500">
              <a:lnSpc>
                <a:spcPct val="100000"/>
              </a:lnSpc>
              <a:spcBef>
                <a:spcPts val="0"/>
              </a:spcBef>
              <a:buSzTx/>
              <a:buNone/>
              <a:defRPr sz="5500">
                <a:latin typeface="+mn-lt"/>
                <a:ea typeface="+mn-ea"/>
                <a:cs typeface="+mn-cs"/>
                <a:sym typeface="ヒラギノ角ゴ ProN W6"/>
              </a:defRPr>
            </a:lvl5pPr>
          </a:lstStyle>
          <a:p>
            <a:pPr/>
            <a:r>
              <a:t>スライドのサブタイトル</a:t>
            </a:r>
          </a:p>
          <a:p>
            <a:pPr lvl="1"/>
            <a:r>
              <a:t/>
            </a:r>
          </a:p>
          <a:p>
            <a:pPr lvl="2"/>
            <a:r>
              <a:t/>
            </a:r>
          </a:p>
          <a:p>
            <a:pPr lvl="3"/>
            <a:r>
              <a:t/>
            </a:r>
          </a:p>
          <a:p>
            <a:pPr lvl="4"/>
            <a:r>
              <a:t/>
            </a:r>
          </a:p>
        </p:txBody>
      </p:sp>
      <p:sp>
        <p:nvSpPr>
          <p:cNvPr id="35" name="スライド番号"/>
          <p:cNvSpPr txBox="1"/>
          <p:nvPr>
            <p:ph type="sldNum" sz="quarter" idx="2"/>
          </p:nvPr>
        </p:nvSpPr>
        <p:spPr>
          <a:xfrm>
            <a:off x="11978411" y="13129632"/>
            <a:ext cx="414681" cy="3302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amp;箇条書き">
    <p:spTree>
      <p:nvGrpSpPr>
        <p:cNvPr id="1" name=""/>
        <p:cNvGrpSpPr/>
        <p:nvPr/>
      </p:nvGrpSpPr>
      <p:grpSpPr>
        <a:xfrm>
          <a:off x="0" y="0"/>
          <a:ext cx="0" cy="0"/>
          <a:chOff x="0" y="0"/>
          <a:chExt cx="0" cy="0"/>
        </a:xfrm>
      </p:grpSpPr>
      <p:sp>
        <p:nvSpPr>
          <p:cNvPr id="42" name="スライドのタイトル"/>
          <p:cNvSpPr txBox="1"/>
          <p:nvPr>
            <p:ph type="title" hasCustomPrompt="1"/>
          </p:nvPr>
        </p:nvSpPr>
        <p:spPr>
          <a:prstGeom prst="rect">
            <a:avLst/>
          </a:prstGeom>
        </p:spPr>
        <p:txBody>
          <a:bodyPr/>
          <a:lstStyle/>
          <a:p>
            <a:pPr/>
            <a:r>
              <a:t>スライドのタイトル</a:t>
            </a:r>
          </a:p>
        </p:txBody>
      </p:sp>
      <p:sp>
        <p:nvSpPr>
          <p:cNvPr id="43" name="スライドのサブタイトル"/>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44" name="本文レベル1…"/>
          <p:cNvSpPr txBox="1"/>
          <p:nvPr>
            <p:ph type="body" idx="1" hasCustomPrompt="1"/>
          </p:nvPr>
        </p:nvSpPr>
        <p:spPr>
          <a:prstGeom prst="rect">
            <a:avLst/>
          </a:prstGeom>
        </p:spPr>
        <p:txBody>
          <a:bodyPr/>
          <a:lstStyle/>
          <a:p>
            <a:pPr/>
            <a:r>
              <a:t>スライドの箇条書きテキスト</a:t>
            </a:r>
          </a:p>
          <a:p>
            <a:pPr lvl="1"/>
            <a:r>
              <a:t/>
            </a:r>
          </a:p>
          <a:p>
            <a:pPr lvl="2"/>
            <a:r>
              <a:t/>
            </a:r>
          </a:p>
          <a:p>
            <a:pPr lvl="3"/>
            <a:r>
              <a:t/>
            </a:r>
          </a:p>
          <a:p>
            <a:pPr lvl="4"/>
            <a:r>
              <a:t/>
            </a:r>
          </a:p>
        </p:txBody>
      </p:sp>
      <p:sp>
        <p:nvSpPr>
          <p:cNvPr id="4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箇条書き">
    <p:spTree>
      <p:nvGrpSpPr>
        <p:cNvPr id="1" name=""/>
        <p:cNvGrpSpPr/>
        <p:nvPr/>
      </p:nvGrpSpPr>
      <p:grpSpPr>
        <a:xfrm>
          <a:off x="0" y="0"/>
          <a:ext cx="0" cy="0"/>
          <a:chOff x="0" y="0"/>
          <a:chExt cx="0" cy="0"/>
        </a:xfrm>
      </p:grpSpPr>
      <p:sp>
        <p:nvSpPr>
          <p:cNvPr id="52" name="本文レベル1…"/>
          <p:cNvSpPr txBox="1"/>
          <p:nvPr>
            <p:ph type="body" idx="1" hasCustomPrompt="1"/>
          </p:nvPr>
        </p:nvSpPr>
        <p:spPr>
          <a:prstGeom prst="rect">
            <a:avLst/>
          </a:prstGeom>
        </p:spPr>
        <p:txBody>
          <a:bodyPr numCol="2" spcCol="1098550"/>
          <a:lstStyle/>
          <a:p>
            <a:pPr/>
            <a:r>
              <a:t>スライドの箇条書きテキスト</a:t>
            </a:r>
          </a:p>
          <a:p>
            <a:pPr lvl="1"/>
            <a:r>
              <a:t/>
            </a:r>
          </a:p>
          <a:p>
            <a:pPr lvl="2"/>
            <a:r>
              <a:t/>
            </a:r>
          </a:p>
          <a:p>
            <a:pPr lvl="3"/>
            <a:r>
              <a:t/>
            </a:r>
          </a:p>
          <a:p>
            <a:pPr lvl="4"/>
            <a:r>
              <a:t/>
            </a:r>
          </a:p>
        </p:txBody>
      </p:sp>
      <p:sp>
        <p:nvSpPr>
          <p:cNvPr id="53"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箇条書き、画像">
    <p:spTree>
      <p:nvGrpSpPr>
        <p:cNvPr id="1" name=""/>
        <p:cNvGrpSpPr/>
        <p:nvPr/>
      </p:nvGrpSpPr>
      <p:grpSpPr>
        <a:xfrm>
          <a:off x="0" y="0"/>
          <a:ext cx="0" cy="0"/>
          <a:chOff x="0" y="0"/>
          <a:chExt cx="0" cy="0"/>
        </a:xfrm>
      </p:grpSpPr>
      <p:sp>
        <p:nvSpPr>
          <p:cNvPr id="60" name="スライドのサブタイトル"/>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61" name="本文レベル1…"/>
          <p:cNvSpPr txBox="1"/>
          <p:nvPr>
            <p:ph type="body" sz="half" idx="1" hasCustomPrompt="1"/>
          </p:nvPr>
        </p:nvSpPr>
        <p:spPr>
          <a:xfrm>
            <a:off x="1206500" y="4248504"/>
            <a:ext cx="9779000" cy="8256630"/>
          </a:xfrm>
          <a:prstGeom prst="rect">
            <a:avLst/>
          </a:prstGeom>
        </p:spPr>
        <p:txBody>
          <a:bodyPr/>
          <a:lstStyle/>
          <a:p>
            <a:pPr/>
            <a:r>
              <a:t>スライドの箇条書きテキスト</a:t>
            </a:r>
          </a:p>
          <a:p>
            <a:pPr lvl="1"/>
            <a:r>
              <a:t/>
            </a:r>
          </a:p>
          <a:p>
            <a:pPr lvl="2"/>
            <a:r>
              <a:t/>
            </a:r>
          </a:p>
          <a:p>
            <a:pPr lvl="3"/>
            <a:r>
              <a:t/>
            </a:r>
          </a:p>
          <a:p>
            <a:pPr lvl="4"/>
            <a:r>
              <a:t/>
            </a:r>
          </a:p>
        </p:txBody>
      </p:sp>
      <p:sp>
        <p:nvSpPr>
          <p:cNvPr id="62" name="パセリバター、煎りヘーゼルナッツ、削ったパルメザンチーズがかかったパッパルデッレパスタ1皿"/>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スライドのタイトル"/>
          <p:cNvSpPr txBox="1"/>
          <p:nvPr>
            <p:ph type="title" hasCustomPrompt="1"/>
          </p:nvPr>
        </p:nvSpPr>
        <p:spPr>
          <a:xfrm>
            <a:off x="1206500" y="1079500"/>
            <a:ext cx="9779000" cy="1435100"/>
          </a:xfrm>
          <a:prstGeom prst="rect">
            <a:avLst/>
          </a:prstGeom>
        </p:spPr>
        <p:txBody>
          <a:bodyPr/>
          <a:lstStyle/>
          <a:p>
            <a:pPr/>
            <a:r>
              <a:t>スライドのタイトル</a:t>
            </a:r>
          </a:p>
        </p:txBody>
      </p:sp>
      <p:sp>
        <p:nvSpPr>
          <p:cNvPr id="6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箇条書き、ライブビデオ（小）">
    <p:spTree>
      <p:nvGrpSpPr>
        <p:cNvPr id="1" name=""/>
        <p:cNvGrpSpPr/>
        <p:nvPr/>
      </p:nvGrpSpPr>
      <p:grpSpPr>
        <a:xfrm>
          <a:off x="0" y="0"/>
          <a:ext cx="0" cy="0"/>
          <a:chOff x="0" y="0"/>
          <a:chExt cx="0" cy="0"/>
        </a:xfrm>
      </p:grpSpPr>
      <p:sp>
        <p:nvSpPr>
          <p:cNvPr id="71" name="スライドのサブタイトル"/>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72" name="本文レベル1…"/>
          <p:cNvSpPr txBox="1"/>
          <p:nvPr>
            <p:ph type="body" sz="half" idx="1" hasCustomPrompt="1"/>
          </p:nvPr>
        </p:nvSpPr>
        <p:spPr>
          <a:xfrm>
            <a:off x="1206500" y="4248504"/>
            <a:ext cx="9779000" cy="8256630"/>
          </a:xfrm>
          <a:prstGeom prst="rect">
            <a:avLst/>
          </a:prstGeom>
        </p:spPr>
        <p:txBody>
          <a:bodyPr/>
          <a:lstStyle/>
          <a:p>
            <a:pPr/>
            <a:r>
              <a:t>スライドの箇条書きテキスト</a:t>
            </a:r>
          </a:p>
          <a:p>
            <a:pPr lvl="1"/>
            <a:r>
              <a:t/>
            </a:r>
          </a:p>
          <a:p>
            <a:pPr lvl="2"/>
            <a:r>
              <a:t/>
            </a:r>
          </a:p>
          <a:p>
            <a:pPr lvl="3"/>
            <a:r>
              <a:t/>
            </a:r>
          </a:p>
          <a:p>
            <a:pPr lvl="4"/>
            <a:r>
              <a:t/>
            </a:r>
          </a:p>
        </p:txBody>
      </p:sp>
      <p:sp>
        <p:nvSpPr>
          <p:cNvPr id="73" name="スライドのタイトル"/>
          <p:cNvSpPr txBox="1"/>
          <p:nvPr>
            <p:ph type="title" hasCustomPrompt="1"/>
          </p:nvPr>
        </p:nvSpPr>
        <p:spPr>
          <a:xfrm>
            <a:off x="1206500" y="1079500"/>
            <a:ext cx="9779000" cy="1435100"/>
          </a:xfrm>
          <a:prstGeom prst="rect">
            <a:avLst/>
          </a:prstGeom>
        </p:spPr>
        <p:txBody>
          <a:bodyPr/>
          <a:lstStyle/>
          <a:p>
            <a:pPr/>
            <a:r>
              <a:t>スライドのタイトル</a:t>
            </a:r>
          </a:p>
        </p:txBody>
      </p:sp>
      <p:sp>
        <p:nvSpPr>
          <p:cNvPr id="7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箇条書き、ライブビデオ（大）">
    <p:spTree>
      <p:nvGrpSpPr>
        <p:cNvPr id="1" name=""/>
        <p:cNvGrpSpPr/>
        <p:nvPr/>
      </p:nvGrpSpPr>
      <p:grpSpPr>
        <a:xfrm>
          <a:off x="0" y="0"/>
          <a:ext cx="0" cy="0"/>
          <a:chOff x="0" y="0"/>
          <a:chExt cx="0" cy="0"/>
        </a:xfrm>
      </p:grpSpPr>
      <p:sp>
        <p:nvSpPr>
          <p:cNvPr id="81" name="スライドのサブタイトル"/>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82" name="本文レベル1…"/>
          <p:cNvSpPr txBox="1"/>
          <p:nvPr>
            <p:ph type="body" sz="half" idx="1" hasCustomPrompt="1"/>
          </p:nvPr>
        </p:nvSpPr>
        <p:spPr>
          <a:xfrm>
            <a:off x="1206500" y="4248504"/>
            <a:ext cx="9779000" cy="8256630"/>
          </a:xfrm>
          <a:prstGeom prst="rect">
            <a:avLst/>
          </a:prstGeom>
        </p:spPr>
        <p:txBody>
          <a:bodyPr/>
          <a:lstStyle/>
          <a:p>
            <a:pPr/>
            <a:r>
              <a:t>スライドの箇条書きテキスト</a:t>
            </a:r>
          </a:p>
          <a:p>
            <a:pPr lvl="1"/>
            <a:r>
              <a:t/>
            </a:r>
          </a:p>
          <a:p>
            <a:pPr lvl="2"/>
            <a:r>
              <a:t/>
            </a:r>
          </a:p>
          <a:p>
            <a:pPr lvl="3"/>
            <a:r>
              <a:t/>
            </a:r>
          </a:p>
          <a:p>
            <a:pPr lvl="4"/>
            <a:r>
              <a:t/>
            </a:r>
          </a:p>
        </p:txBody>
      </p:sp>
      <p:sp>
        <p:nvSpPr>
          <p:cNvPr id="83" name="スライドのタイトル"/>
          <p:cNvSpPr txBox="1"/>
          <p:nvPr>
            <p:ph type="title" hasCustomPrompt="1"/>
          </p:nvPr>
        </p:nvSpPr>
        <p:spPr>
          <a:xfrm>
            <a:off x="1206500" y="1079500"/>
            <a:ext cx="9779000" cy="1435100"/>
          </a:xfrm>
          <a:prstGeom prst="rect">
            <a:avLst/>
          </a:prstGeom>
        </p:spPr>
        <p:txBody>
          <a:bodyPr/>
          <a:lstStyle/>
          <a:p>
            <a:pPr/>
            <a:r>
              <a:t>スライドのタイトル</a:t>
            </a:r>
          </a:p>
        </p:txBody>
      </p:sp>
      <p:sp>
        <p:nvSpPr>
          <p:cNvPr id="8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セクション">
    <p:spTree>
      <p:nvGrpSpPr>
        <p:cNvPr id="1" name=""/>
        <p:cNvGrpSpPr/>
        <p:nvPr/>
      </p:nvGrpSpPr>
      <p:grpSpPr>
        <a:xfrm>
          <a:off x="0" y="0"/>
          <a:ext cx="0" cy="0"/>
          <a:chOff x="0" y="0"/>
          <a:chExt cx="0" cy="0"/>
        </a:xfrm>
      </p:grpSpPr>
      <p:sp>
        <p:nvSpPr>
          <p:cNvPr id="91" name="セクションタイトル"/>
          <p:cNvSpPr txBox="1"/>
          <p:nvPr>
            <p:ph type="title" hasCustomPrompt="1"/>
          </p:nvPr>
        </p:nvSpPr>
        <p:spPr>
          <a:xfrm>
            <a:off x="1206496" y="4533900"/>
            <a:ext cx="21971004" cy="4648200"/>
          </a:xfrm>
          <a:prstGeom prst="rect">
            <a:avLst/>
          </a:prstGeom>
        </p:spPr>
        <p:txBody>
          <a:bodyPr anchor="ctr"/>
          <a:lstStyle>
            <a:lvl1pPr>
              <a:defRPr spc="-232" sz="11600">
                <a:latin typeface="ヒラギノ角ゴ ProN W3"/>
                <a:ea typeface="ヒラギノ角ゴ ProN W3"/>
                <a:cs typeface="ヒラギノ角ゴ ProN W3"/>
                <a:sym typeface="ヒラギノ角ゴ ProN W3"/>
              </a:defRPr>
            </a:lvl1pPr>
          </a:lstStyle>
          <a:p>
            <a:pPr/>
            <a:r>
              <a:t>セクションタイトル</a:t>
            </a:r>
          </a:p>
        </p:txBody>
      </p:sp>
      <p:sp>
        <p:nvSpPr>
          <p:cNvPr id="92" name="スライド番号"/>
          <p:cNvSpPr txBox="1"/>
          <p:nvPr>
            <p:ph type="sldNum" sz="quarter" idx="2"/>
          </p:nvPr>
        </p:nvSpPr>
        <p:spPr>
          <a:xfrm>
            <a:off x="11978411" y="13129632"/>
            <a:ext cx="414681" cy="3302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のみ">
    <p:spTree>
      <p:nvGrpSpPr>
        <p:cNvPr id="1" name=""/>
        <p:cNvGrpSpPr/>
        <p:nvPr/>
      </p:nvGrpSpPr>
      <p:grpSpPr>
        <a:xfrm>
          <a:off x="0" y="0"/>
          <a:ext cx="0" cy="0"/>
          <a:chOff x="0" y="0"/>
          <a:chExt cx="0" cy="0"/>
        </a:xfrm>
      </p:grpSpPr>
      <p:sp>
        <p:nvSpPr>
          <p:cNvPr id="99" name="スライドのタイトル"/>
          <p:cNvSpPr txBox="1"/>
          <p:nvPr>
            <p:ph type="title" hasCustomPrompt="1"/>
          </p:nvPr>
        </p:nvSpPr>
        <p:spPr>
          <a:xfrm>
            <a:off x="1206500" y="1079500"/>
            <a:ext cx="21971000" cy="1434949"/>
          </a:xfrm>
          <a:prstGeom prst="rect">
            <a:avLst/>
          </a:prstGeom>
        </p:spPr>
        <p:txBody>
          <a:bodyPr/>
          <a:lstStyle/>
          <a:p>
            <a:pPr/>
            <a:r>
              <a:t>スライドのタイトル</a:t>
            </a:r>
          </a:p>
        </p:txBody>
      </p:sp>
      <p:sp>
        <p:nvSpPr>
          <p:cNvPr id="100" name="スライドのサブタイトル"/>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10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議題">
    <p:spTree>
      <p:nvGrpSpPr>
        <p:cNvPr id="1" name=""/>
        <p:cNvGrpSpPr/>
        <p:nvPr/>
      </p:nvGrpSpPr>
      <p:grpSpPr>
        <a:xfrm>
          <a:off x="0" y="0"/>
          <a:ext cx="0" cy="0"/>
          <a:chOff x="0" y="0"/>
          <a:chExt cx="0" cy="0"/>
        </a:xfrm>
      </p:grpSpPr>
      <p:sp>
        <p:nvSpPr>
          <p:cNvPr id="108" name="議題のタイトル"/>
          <p:cNvSpPr txBox="1"/>
          <p:nvPr>
            <p:ph type="title" hasCustomPrompt="1"/>
          </p:nvPr>
        </p:nvSpPr>
        <p:spPr>
          <a:xfrm>
            <a:off x="1206500" y="1079500"/>
            <a:ext cx="21971000" cy="1435100"/>
          </a:xfrm>
          <a:prstGeom prst="rect">
            <a:avLst/>
          </a:prstGeom>
        </p:spPr>
        <p:txBody>
          <a:bodyPr/>
          <a:lstStyle/>
          <a:p>
            <a:pPr/>
            <a:r>
              <a:t>議題のタイトル</a:t>
            </a:r>
          </a:p>
        </p:txBody>
      </p:sp>
      <p:sp>
        <p:nvSpPr>
          <p:cNvPr id="109" name="議題のサブタイトル"/>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議題のサブタイトル</a:t>
            </a:r>
          </a:p>
        </p:txBody>
      </p:sp>
      <p:sp>
        <p:nvSpPr>
          <p:cNvPr id="110" name="本文レベル1…"/>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議題のトピック</a:t>
            </a:r>
          </a:p>
          <a:p>
            <a:pPr lvl="1"/>
            <a:r>
              <a:t/>
            </a:r>
          </a:p>
          <a:p>
            <a:pPr lvl="2"/>
            <a:r>
              <a:t/>
            </a:r>
          </a:p>
          <a:p>
            <a:pPr lvl="3"/>
            <a:r>
              <a:t/>
            </a:r>
          </a:p>
          <a:p>
            <a:pPr lvl="4"/>
            <a:r>
              <a:t/>
            </a:r>
          </a:p>
        </p:txBody>
      </p:sp>
      <p:sp>
        <p:nvSpPr>
          <p:cNvPr id="11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ステートメント">
    <p:spTree>
      <p:nvGrpSpPr>
        <p:cNvPr id="1" name=""/>
        <p:cNvGrpSpPr/>
        <p:nvPr/>
      </p:nvGrpSpPr>
      <p:grpSpPr>
        <a:xfrm>
          <a:off x="0" y="0"/>
          <a:ext cx="0" cy="0"/>
          <a:chOff x="0" y="0"/>
          <a:chExt cx="0" cy="0"/>
        </a:xfrm>
      </p:grpSpPr>
      <p:sp>
        <p:nvSpPr>
          <p:cNvPr id="118" name="本文レベル1…"/>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vl1pPr>
            <a:lvl2pPr marL="0" indent="457200" algn="ctr">
              <a:lnSpc>
                <a:spcPct val="80000"/>
              </a:lnSpc>
              <a:spcBef>
                <a:spcPts val="0"/>
              </a:spcBef>
              <a:buSzTx/>
              <a:buNone/>
              <a:defRPr spc="-232" sz="11600"/>
            </a:lvl2pPr>
            <a:lvl3pPr marL="0" indent="914400" algn="ctr">
              <a:lnSpc>
                <a:spcPct val="80000"/>
              </a:lnSpc>
              <a:spcBef>
                <a:spcPts val="0"/>
              </a:spcBef>
              <a:buSzTx/>
              <a:buNone/>
              <a:defRPr spc="-232" sz="11600"/>
            </a:lvl3pPr>
            <a:lvl4pPr marL="0" indent="1371600" algn="ctr">
              <a:lnSpc>
                <a:spcPct val="80000"/>
              </a:lnSpc>
              <a:spcBef>
                <a:spcPts val="0"/>
              </a:spcBef>
              <a:buSzTx/>
              <a:buNone/>
              <a:defRPr spc="-232" sz="11600"/>
            </a:lvl4pPr>
            <a:lvl5pPr marL="0" indent="1828800" algn="ctr">
              <a:lnSpc>
                <a:spcPct val="80000"/>
              </a:lnSpc>
              <a:spcBef>
                <a:spcPts val="0"/>
              </a:spcBef>
              <a:buSzTx/>
              <a:buNone/>
              <a:defRPr spc="-232" sz="11600"/>
            </a:lvl5pPr>
          </a:lstStyle>
          <a:p>
            <a:pPr/>
            <a:r>
              <a:t>ステートメント</a:t>
            </a:r>
          </a:p>
          <a:p>
            <a:pPr lvl="1"/>
            <a:r>
              <a:t/>
            </a:r>
          </a:p>
          <a:p>
            <a:pPr lvl="2"/>
            <a:r>
              <a:t/>
            </a:r>
          </a:p>
          <a:p>
            <a:pPr lvl="3"/>
            <a:r>
              <a:t/>
            </a:r>
          </a:p>
          <a:p>
            <a:pPr lvl="4"/>
            <a:r>
              <a:t/>
            </a:r>
          </a:p>
        </p:txBody>
      </p:sp>
      <p:sp>
        <p:nvSpPr>
          <p:cNvPr id="119"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ビッグファクト">
    <p:spTree>
      <p:nvGrpSpPr>
        <p:cNvPr id="1" name=""/>
        <p:cNvGrpSpPr/>
        <p:nvPr/>
      </p:nvGrpSpPr>
      <p:grpSpPr>
        <a:xfrm>
          <a:off x="0" y="0"/>
          <a:ext cx="0" cy="0"/>
          <a:chOff x="0" y="0"/>
          <a:chExt cx="0" cy="0"/>
        </a:xfrm>
      </p:grpSpPr>
      <p:sp>
        <p:nvSpPr>
          <p:cNvPr id="126" name="本文レベル1…"/>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pc="-250" sz="25000">
                <a:latin typeface="+mn-lt"/>
                <a:ea typeface="+mn-ea"/>
                <a:cs typeface="+mn-cs"/>
                <a:sym typeface="ヒラギノ角ゴ ProN W6"/>
              </a:defRPr>
            </a:lvl1pPr>
            <a:lvl2pPr marL="0" indent="457200" algn="ctr">
              <a:lnSpc>
                <a:spcPct val="80000"/>
              </a:lnSpc>
              <a:spcBef>
                <a:spcPts val="0"/>
              </a:spcBef>
              <a:buSzTx/>
              <a:buNone/>
              <a:defRPr spc="-250" sz="25000">
                <a:latin typeface="+mn-lt"/>
                <a:ea typeface="+mn-ea"/>
                <a:cs typeface="+mn-cs"/>
                <a:sym typeface="ヒラギノ角ゴ ProN W6"/>
              </a:defRPr>
            </a:lvl2pPr>
            <a:lvl3pPr marL="0" indent="914400" algn="ctr">
              <a:lnSpc>
                <a:spcPct val="80000"/>
              </a:lnSpc>
              <a:spcBef>
                <a:spcPts val="0"/>
              </a:spcBef>
              <a:buSzTx/>
              <a:buNone/>
              <a:defRPr spc="-250" sz="25000">
                <a:latin typeface="+mn-lt"/>
                <a:ea typeface="+mn-ea"/>
                <a:cs typeface="+mn-cs"/>
                <a:sym typeface="ヒラギノ角ゴ ProN W6"/>
              </a:defRPr>
            </a:lvl3pPr>
            <a:lvl4pPr marL="0" indent="1371600" algn="ctr">
              <a:lnSpc>
                <a:spcPct val="80000"/>
              </a:lnSpc>
              <a:spcBef>
                <a:spcPts val="0"/>
              </a:spcBef>
              <a:buSzTx/>
              <a:buNone/>
              <a:defRPr spc="-250" sz="25000">
                <a:latin typeface="+mn-lt"/>
                <a:ea typeface="+mn-ea"/>
                <a:cs typeface="+mn-cs"/>
                <a:sym typeface="ヒラギノ角ゴ ProN W6"/>
              </a:defRPr>
            </a:lvl4pPr>
            <a:lvl5pPr marL="0" indent="1828800" algn="ctr">
              <a:lnSpc>
                <a:spcPct val="80000"/>
              </a:lnSpc>
              <a:spcBef>
                <a:spcPts val="0"/>
              </a:spcBef>
              <a:buSzTx/>
              <a:buNone/>
              <a:defRPr spc="-250" sz="25000">
                <a:latin typeface="+mn-lt"/>
                <a:ea typeface="+mn-ea"/>
                <a:cs typeface="+mn-cs"/>
                <a:sym typeface="ヒラギノ角ゴ ProN W6"/>
              </a:defRPr>
            </a:lvl5pPr>
          </a:lstStyle>
          <a:p>
            <a:pPr/>
            <a:r>
              <a:t>100%</a:t>
            </a:r>
          </a:p>
          <a:p>
            <a:pPr lvl="1"/>
            <a:r>
              <a:t/>
            </a:r>
          </a:p>
          <a:p>
            <a:pPr lvl="2"/>
            <a:r>
              <a:t/>
            </a:r>
          </a:p>
          <a:p>
            <a:pPr lvl="3"/>
            <a:r>
              <a:t/>
            </a:r>
          </a:p>
          <a:p>
            <a:pPr lvl="4"/>
            <a:r>
              <a:t/>
            </a:r>
          </a:p>
        </p:txBody>
      </p:sp>
      <p:sp>
        <p:nvSpPr>
          <p:cNvPr id="127" name="ファクト情報"/>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a:latin typeface="+mn-lt"/>
                <a:ea typeface="+mn-ea"/>
                <a:cs typeface="+mn-cs"/>
                <a:sym typeface="ヒラギノ角ゴ ProN W6"/>
              </a:defRPr>
            </a:lvl1pPr>
          </a:lstStyle>
          <a:p>
            <a:pPr/>
            <a:r>
              <a:t>ファクト情報</a:t>
            </a:r>
          </a:p>
        </p:txBody>
      </p:sp>
      <p:sp>
        <p:nvSpPr>
          <p:cNvPr id="128"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引用">
    <p:spTree>
      <p:nvGrpSpPr>
        <p:cNvPr id="1" name=""/>
        <p:cNvGrpSpPr/>
        <p:nvPr/>
      </p:nvGrpSpPr>
      <p:grpSpPr>
        <a:xfrm>
          <a:off x="0" y="0"/>
          <a:ext cx="0" cy="0"/>
          <a:chOff x="0" y="0"/>
          <a:chExt cx="0" cy="0"/>
        </a:xfrm>
      </p:grpSpPr>
      <p:sp>
        <p:nvSpPr>
          <p:cNvPr id="135" name="属性"/>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ヒラギノ角ゴ ProN W6"/>
              </a:defRPr>
            </a:lvl1pPr>
          </a:lstStyle>
          <a:p>
            <a:pPr/>
            <a:r>
              <a:t>属性</a:t>
            </a:r>
          </a:p>
        </p:txBody>
      </p:sp>
      <p:sp>
        <p:nvSpPr>
          <p:cNvPr id="136" name="本文レベル1…"/>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vl1pPr>
            <a:lvl2pPr marL="638923" indent="-12700">
              <a:spcBef>
                <a:spcPts val="0"/>
              </a:spcBef>
              <a:buSzTx/>
              <a:buNone/>
              <a:defRPr spc="-170" sz="8500"/>
            </a:lvl2pPr>
            <a:lvl3pPr marL="638923" indent="444500">
              <a:spcBef>
                <a:spcPts val="0"/>
              </a:spcBef>
              <a:buSzTx/>
              <a:buNone/>
              <a:defRPr spc="-170" sz="8500"/>
            </a:lvl3pPr>
            <a:lvl4pPr marL="638923" indent="901700">
              <a:spcBef>
                <a:spcPts val="0"/>
              </a:spcBef>
              <a:buSzTx/>
              <a:buNone/>
              <a:defRPr spc="-170" sz="8500"/>
            </a:lvl4pPr>
            <a:lvl5pPr marL="638923" indent="1358900">
              <a:spcBef>
                <a:spcPts val="0"/>
              </a:spcBef>
              <a:buSzTx/>
              <a:buNone/>
              <a:defRPr spc="-170" sz="8500"/>
            </a:lvl5pPr>
          </a:lstStyle>
          <a:p>
            <a:pPr/>
            <a:r>
              <a:t>“重要な引用”</a:t>
            </a:r>
          </a:p>
          <a:p>
            <a:pPr lvl="1"/>
            <a:r>
              <a:t/>
            </a:r>
          </a:p>
          <a:p>
            <a:pPr lvl="2"/>
            <a:r>
              <a:t/>
            </a:r>
          </a:p>
          <a:p>
            <a:pPr lvl="3"/>
            <a:r>
              <a:t/>
            </a:r>
          </a:p>
          <a:p>
            <a:pPr lvl="4"/>
            <a:r>
              <a:t/>
            </a:r>
          </a:p>
        </p:txBody>
      </p:sp>
      <p:sp>
        <p:nvSpPr>
          <p:cNvPr id="137"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画像（3点）">
    <p:spTree>
      <p:nvGrpSpPr>
        <p:cNvPr id="1" name=""/>
        <p:cNvGrpSpPr/>
        <p:nvPr/>
      </p:nvGrpSpPr>
      <p:grpSpPr>
        <a:xfrm>
          <a:off x="0" y="0"/>
          <a:ext cx="0" cy="0"/>
          <a:chOff x="0" y="0"/>
          <a:chExt cx="0" cy="0"/>
        </a:xfrm>
      </p:grpSpPr>
      <p:sp>
        <p:nvSpPr>
          <p:cNvPr id="144" name="炒飯、ゆで卵、箸が添えられたボウル1杯のサラダ"/>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サーモンケーキ、サラダ、フムスが入ったボウル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パセリバター、煎りヘーゼルナッツ、削ったパルメザンチーズがかかったパッパルデッレパスタ1皿"/>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写真">
    <p:spTree>
      <p:nvGrpSpPr>
        <p:cNvPr id="1" name=""/>
        <p:cNvGrpSpPr/>
        <p:nvPr/>
      </p:nvGrpSpPr>
      <p:grpSpPr>
        <a:xfrm>
          <a:off x="0" y="0"/>
          <a:ext cx="0" cy="0"/>
          <a:chOff x="0" y="0"/>
          <a:chExt cx="0" cy="0"/>
        </a:xfrm>
      </p:grpSpPr>
      <p:sp>
        <p:nvSpPr>
          <p:cNvPr id="154" name="炒飯、ゆで卵、箸が添えられたボウル1杯のサラダ"/>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スライド番号"/>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162"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スライドのタイトル"/>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スライドのタイトル</a:t>
            </a:r>
          </a:p>
        </p:txBody>
      </p:sp>
      <p:sp>
        <p:nvSpPr>
          <p:cNvPr id="3" name="本文レベル1…"/>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スライドの箇条書きテキスト</a:t>
            </a:r>
          </a:p>
          <a:p>
            <a:pPr lvl="1"/>
            <a:r>
              <a:t/>
            </a:r>
          </a:p>
          <a:p>
            <a:pPr lvl="2"/>
            <a:r>
              <a:t/>
            </a:r>
          </a:p>
          <a:p>
            <a:pPr lvl="3"/>
            <a:r>
              <a:t/>
            </a:r>
          </a:p>
          <a:p>
            <a:pPr lvl="4"/>
            <a:r>
              <a:t/>
            </a:r>
          </a:p>
        </p:txBody>
      </p:sp>
      <p:sp>
        <p:nvSpPr>
          <p:cNvPr id="4" name="スライド番号"/>
          <p:cNvSpPr txBox="1"/>
          <p:nvPr>
            <p:ph type="sldNum" sz="quarter" idx="2"/>
          </p:nvPr>
        </p:nvSpPr>
        <p:spPr>
          <a:xfrm>
            <a:off x="11978411" y="13125399"/>
            <a:ext cx="414681" cy="3302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1pPr>
      <a:lvl2pPr marL="0" marR="0" indent="4572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2pPr>
      <a:lvl3pPr marL="0" marR="0" indent="9144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3pPr>
      <a:lvl4pPr marL="0" marR="0" indent="13716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4pPr>
      <a:lvl5pPr marL="0" marR="0" indent="18288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5pPr>
      <a:lvl6pPr marL="0" marR="0" indent="22860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6pPr>
      <a:lvl7pPr marL="0" marR="0" indent="27432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7pPr>
      <a:lvl8pPr marL="0" marR="0" indent="32004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8pPr>
      <a:lvl9pPr marL="0" marR="0" indent="36576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AbyssEye 初回利用ガイド"/>
          <p:cNvSpPr txBox="1"/>
          <p:nvPr/>
        </p:nvSpPr>
        <p:spPr>
          <a:xfrm>
            <a:off x="1397000" y="2146300"/>
            <a:ext cx="12446000" cy="660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400"/>
            </a:lvl1pPr>
          </a:lstStyle>
          <a:p>
            <a:pPr/>
            <a:r>
              <a:t>AbyssEye 初回利用ガイド</a:t>
            </a:r>
          </a:p>
        </p:txBody>
      </p:sp>
      <p:sp>
        <p:nvSpPr>
          <p:cNvPr id="172" name="初回利用者向け / ROI抽出・DeepScan・リアルタイムエンジンの基本操作"/>
          <p:cNvSpPr txBox="1"/>
          <p:nvPr/>
        </p:nvSpPr>
        <p:spPr>
          <a:xfrm>
            <a:off x="1397000" y="2900680"/>
            <a:ext cx="13462000" cy="40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初回利用者向け / ROI抽出・DeepScan・リアルタイムエンジンの基本操作</a:t>
            </a:r>
          </a:p>
        </p:txBody>
      </p:sp>
      <p:sp>
        <p:nvSpPr>
          <p:cNvPr id="173" name="この資料では、AbyssEye を初めて使う人が迷いやすいポイントを…"/>
          <p:cNvSpPr txBox="1"/>
          <p:nvPr/>
        </p:nvSpPr>
        <p:spPr>
          <a:xfrm>
            <a:off x="1397000" y="3192780"/>
            <a:ext cx="10668001" cy="14046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pPr>
            <a:r>
              <a:t>この資料では、AbyssEye を初めて使う人が迷いやすいポイントを</a:t>
            </a:r>
          </a:p>
          <a:p>
            <a:pPr>
              <a:defRPr sz="2400"/>
            </a:pPr>
            <a:r>
              <a:t>Home から結果出力まで順番にまとめています。</a:t>
            </a:r>
          </a:p>
        </p:txBody>
      </p:sp>
      <p:pic>
        <p:nvPicPr>
          <p:cNvPr id="174" name="logo.png" descr="logo.png"/>
          <p:cNvPicPr>
            <a:picLocks noChangeAspect="1"/>
          </p:cNvPicPr>
          <p:nvPr/>
        </p:nvPicPr>
        <p:blipFill>
          <a:blip r:embed="rId2">
            <a:extLst/>
          </a:blip>
          <a:stretch>
            <a:fillRect/>
          </a:stretch>
        </p:blipFill>
        <p:spPr>
          <a:xfrm>
            <a:off x="17145000" y="1524000"/>
            <a:ext cx="5334000" cy="5334000"/>
          </a:xfrm>
          <a:prstGeom prst="rect">
            <a:avLst/>
          </a:prstGeom>
          <a:ln w="12700">
            <a:miter lim="400000"/>
          </a:ln>
        </p:spPr>
      </p:pic>
      <p:sp>
        <p:nvSpPr>
          <p:cNvPr id="175" name="1 起動"/>
          <p:cNvSpPr/>
          <p:nvPr/>
        </p:nvSpPr>
        <p:spPr>
          <a:xfrm>
            <a:off x="1524000" y="9271000"/>
            <a:ext cx="4064000" cy="152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1 起動</a:t>
            </a:r>
          </a:p>
        </p:txBody>
      </p:sp>
      <p:sp>
        <p:nvSpPr>
          <p:cNvPr id="176" name="2 入口選択"/>
          <p:cNvSpPr/>
          <p:nvPr/>
        </p:nvSpPr>
        <p:spPr>
          <a:xfrm>
            <a:off x="5969000" y="9271000"/>
            <a:ext cx="4064000" cy="152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2 入口選択</a:t>
            </a:r>
          </a:p>
        </p:txBody>
      </p:sp>
      <p:sp>
        <p:nvSpPr>
          <p:cNvPr id="177" name="3 確認と修正"/>
          <p:cNvSpPr/>
          <p:nvPr/>
        </p:nvSpPr>
        <p:spPr>
          <a:xfrm>
            <a:off x="10414000" y="9271000"/>
            <a:ext cx="4064000" cy="152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3 確認と修正</a:t>
            </a:r>
          </a:p>
        </p:txBody>
      </p:sp>
      <p:sp>
        <p:nvSpPr>
          <p:cNvPr id="178" name="4 PDF / CSV出力"/>
          <p:cNvSpPr/>
          <p:nvPr/>
        </p:nvSpPr>
        <p:spPr>
          <a:xfrm>
            <a:off x="14859000" y="9271000"/>
            <a:ext cx="4572001" cy="152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4 PDF / CSV出力</a:t>
            </a:r>
          </a:p>
        </p:txBody>
      </p:sp>
      <p:sp>
        <p:nvSpPr>
          <p:cNvPr id="179" name="推奨 branch: AbyssEye-Neo"/>
          <p:cNvSpPr txBox="1"/>
          <p:nvPr/>
        </p:nvSpPr>
        <p:spPr>
          <a:xfrm>
            <a:off x="1524000" y="11092180"/>
            <a:ext cx="5588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推奨 branch: AbyssEye-Neo</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1. 起動前の準備"/>
          <p:cNvSpPr txBox="1"/>
          <p:nvPr/>
        </p:nvSpPr>
        <p:spPr>
          <a:xfrm>
            <a:off x="1269999" y="889000"/>
            <a:ext cx="14986001"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1. 起動前の準備</a:t>
            </a:r>
          </a:p>
        </p:txBody>
      </p:sp>
      <p:sp>
        <p:nvSpPr>
          <p:cNvPr id="182" name="README の手順に沿って backend と frontend を起動します。"/>
          <p:cNvSpPr txBox="1"/>
          <p:nvPr/>
        </p:nvSpPr>
        <p:spPr>
          <a:xfrm>
            <a:off x="1270000" y="1097280"/>
            <a:ext cx="14732000"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README の手順に沿って backend と frontend を起動します。</a:t>
            </a:r>
          </a:p>
        </p:txBody>
      </p:sp>
      <p:pic>
        <p:nvPicPr>
          <p:cNvPr id="183"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184" name="• Python 3.13 系を推奨…"/>
          <p:cNvSpPr txBox="1"/>
          <p:nvPr/>
        </p:nvSpPr>
        <p:spPr>
          <a:xfrm>
            <a:off x="1270000" y="-490220"/>
            <a:ext cx="9144000" cy="45669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pPr>
            <a:r>
              <a:t>• Python 3.13 系を推奨</a:t>
            </a:r>
          </a:p>
          <a:p>
            <a:pPr>
              <a:defRPr sz="2600"/>
            </a:pPr>
            <a:r>
              <a:t>• branch は AbyssEye-Neo を使う</a:t>
            </a:r>
          </a:p>
          <a:p>
            <a:pPr>
              <a:defRPr sz="2600"/>
            </a:pPr>
            <a:r>
              <a:t>• backend と frontend は別々に起動</a:t>
            </a:r>
          </a:p>
          <a:p>
            <a:pPr>
              <a:defRPr sz="2600"/>
            </a:pPr>
            <a:r>
              <a:t>• 起動後は http://localhost:3000 を開く</a:t>
            </a:r>
          </a:p>
          <a:p>
            <a:pPr>
              <a:defRPr sz="2600"/>
            </a:pPr>
            <a:r>
              <a:t>• API は通常 http://localhost:8000/api/v1/ を使う</a:t>
            </a:r>
          </a:p>
        </p:txBody>
      </p:sp>
      <p:sp>
        <p:nvSpPr>
          <p:cNvPr id="185" name="Terminal 1…"/>
          <p:cNvSpPr/>
          <p:nvPr/>
        </p:nvSpPr>
        <p:spPr>
          <a:xfrm>
            <a:off x="11684000" y="2159000"/>
            <a:ext cx="10922000" cy="4191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000">
                <a:solidFill>
                  <a:srgbClr val="FFFFFF"/>
                </a:solidFill>
              </a:defRPr>
            </a:pPr>
            <a:r>
              <a:t>Terminal 1</a:t>
            </a:r>
          </a:p>
          <a:p>
            <a:pPr algn="ctr" defTabSz="825500">
              <a:lnSpc>
                <a:spcPct val="100000"/>
              </a:lnSpc>
              <a:spcBef>
                <a:spcPts val="0"/>
              </a:spcBef>
              <a:defRPr sz="2000">
                <a:solidFill>
                  <a:srgbClr val="FFFFFF"/>
                </a:solidFill>
              </a:defRPr>
            </a:pPr>
            <a:r>
              <a:t>git clone -b AbyssEye-Neo https://github.com/Gashu884/AbyssEye.git</a:t>
            </a:r>
          </a:p>
          <a:p>
            <a:pPr algn="ctr" defTabSz="825500">
              <a:lnSpc>
                <a:spcPct val="100000"/>
              </a:lnSpc>
              <a:spcBef>
                <a:spcPts val="0"/>
              </a:spcBef>
              <a:defRPr sz="2000">
                <a:solidFill>
                  <a:srgbClr val="FFFFFF"/>
                </a:solidFill>
              </a:defRPr>
            </a:pPr>
            <a:r>
              <a:t>cd AbyssEye</a:t>
            </a:r>
          </a:p>
          <a:p>
            <a:pPr algn="ctr" defTabSz="825500">
              <a:lnSpc>
                <a:spcPct val="100000"/>
              </a:lnSpc>
              <a:spcBef>
                <a:spcPts val="0"/>
              </a:spcBef>
              <a:defRPr sz="2000">
                <a:solidFill>
                  <a:srgbClr val="FFFFFF"/>
                </a:solidFill>
              </a:defRPr>
            </a:pPr>
            <a:r>
              <a:t>python -m venv venv</a:t>
            </a:r>
          </a:p>
          <a:p>
            <a:pPr algn="ctr" defTabSz="825500">
              <a:lnSpc>
                <a:spcPct val="100000"/>
              </a:lnSpc>
              <a:spcBef>
                <a:spcPts val="0"/>
              </a:spcBef>
              <a:defRPr sz="2000">
                <a:solidFill>
                  <a:srgbClr val="FFFFFF"/>
                </a:solidFill>
              </a:defRPr>
            </a:pPr>
            <a:r>
              <a:t>source venv/bin/activate</a:t>
            </a:r>
          </a:p>
          <a:p>
            <a:pPr algn="ctr" defTabSz="825500">
              <a:lnSpc>
                <a:spcPct val="100000"/>
              </a:lnSpc>
              <a:spcBef>
                <a:spcPts val="0"/>
              </a:spcBef>
              <a:defRPr sz="2000">
                <a:solidFill>
                  <a:srgbClr val="FFFFFF"/>
                </a:solidFill>
              </a:defRPr>
            </a:pPr>
            <a:r>
              <a:t>pip install -r backend/requirements.txt</a:t>
            </a:r>
          </a:p>
          <a:p>
            <a:pPr algn="ctr" defTabSz="825500">
              <a:lnSpc>
                <a:spcPct val="100000"/>
              </a:lnSpc>
              <a:spcBef>
                <a:spcPts val="0"/>
              </a:spcBef>
              <a:defRPr sz="2000">
                <a:solidFill>
                  <a:srgbClr val="FFFFFF"/>
                </a:solidFill>
              </a:defRPr>
            </a:pPr>
            <a:r>
              <a:t>python backend/main.py</a:t>
            </a:r>
          </a:p>
        </p:txBody>
      </p:sp>
      <p:sp>
        <p:nvSpPr>
          <p:cNvPr id="186" name="Terminal 2…"/>
          <p:cNvSpPr/>
          <p:nvPr/>
        </p:nvSpPr>
        <p:spPr>
          <a:xfrm>
            <a:off x="11684000" y="6858000"/>
            <a:ext cx="10922000" cy="2413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200">
                <a:solidFill>
                  <a:srgbClr val="FFFFFF"/>
                </a:solidFill>
              </a:defRPr>
            </a:pPr>
            <a:r>
              <a:t>Terminal 2</a:t>
            </a:r>
          </a:p>
          <a:p>
            <a:pPr algn="ctr" defTabSz="825500">
              <a:lnSpc>
                <a:spcPct val="100000"/>
              </a:lnSpc>
              <a:spcBef>
                <a:spcPts val="0"/>
              </a:spcBef>
              <a:defRPr sz="2200">
                <a:solidFill>
                  <a:srgbClr val="FFFFFF"/>
                </a:solidFill>
              </a:defRPr>
            </a:pPr>
            <a:r>
              <a:t>cd frontend</a:t>
            </a:r>
          </a:p>
          <a:p>
            <a:pPr algn="ctr" defTabSz="825500">
              <a:lnSpc>
                <a:spcPct val="100000"/>
              </a:lnSpc>
              <a:spcBef>
                <a:spcPts val="0"/>
              </a:spcBef>
              <a:defRPr sz="2200">
                <a:solidFill>
                  <a:srgbClr val="FFFFFF"/>
                </a:solidFill>
              </a:defRPr>
            </a:pPr>
            <a:r>
              <a:t>npm install</a:t>
            </a:r>
          </a:p>
          <a:p>
            <a:pPr algn="ctr" defTabSz="825500">
              <a:lnSpc>
                <a:spcPct val="100000"/>
              </a:lnSpc>
              <a:spcBef>
                <a:spcPts val="0"/>
              </a:spcBef>
              <a:defRPr sz="2200">
                <a:solidFill>
                  <a:srgbClr val="FFFFFF"/>
                </a:solidFill>
              </a:defRPr>
            </a:pPr>
            <a:r>
              <a:t>npm run dev</a:t>
            </a:r>
          </a:p>
        </p:txBody>
      </p:sp>
      <p:sp>
        <p:nvSpPr>
          <p:cNvPr id="187" name="Browser…"/>
          <p:cNvSpPr/>
          <p:nvPr/>
        </p:nvSpPr>
        <p:spPr>
          <a:xfrm>
            <a:off x="11684000" y="9779000"/>
            <a:ext cx="10922000" cy="152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400">
                <a:solidFill>
                  <a:srgbClr val="FFFFFF"/>
                </a:solidFill>
              </a:defRPr>
            </a:pPr>
            <a:r>
              <a:t>Browser</a:t>
            </a:r>
          </a:p>
          <a:p>
            <a:pPr algn="ctr" defTabSz="825500">
              <a:lnSpc>
                <a:spcPct val="100000"/>
              </a:lnSpc>
              <a:spcBef>
                <a:spcPts val="0"/>
              </a:spcBef>
              <a:defRPr sz="2400">
                <a:solidFill>
                  <a:srgbClr val="FFFFFF"/>
                </a:solidFill>
              </a:defRPr>
            </a:pPr>
            <a:r>
              <a:t>http://localhost:3000</a:t>
            </a:r>
          </a:p>
        </p:txBody>
      </p:sp>
      <p:sp>
        <p:nvSpPr>
          <p:cNvPr id="188" name="※ Python 3.14 では TensorFlow の install が通らないことがあります。"/>
          <p:cNvSpPr txBox="1"/>
          <p:nvPr/>
        </p:nvSpPr>
        <p:spPr>
          <a:xfrm>
            <a:off x="11684000" y="11396980"/>
            <a:ext cx="10922000" cy="355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000"/>
            </a:lvl1pPr>
          </a:lstStyle>
          <a:p>
            <a:pPr/>
            <a:r>
              <a:t>※ Python 3.14 では TensorFlow の install が通らないことがあります。</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2. Home と入口の選び方"/>
          <p:cNvSpPr txBox="1"/>
          <p:nvPr/>
        </p:nvSpPr>
        <p:spPr>
          <a:xfrm>
            <a:off x="1270000" y="889000"/>
            <a:ext cx="14986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2. Home と入口の選び方</a:t>
            </a:r>
          </a:p>
        </p:txBody>
      </p:sp>
      <p:sp>
        <p:nvSpPr>
          <p:cNvPr id="191" name="Home の ROI抽出 から、目的に応じて入口を選びます。"/>
          <p:cNvSpPr txBox="1"/>
          <p:nvPr/>
        </p:nvSpPr>
        <p:spPr>
          <a:xfrm>
            <a:off x="1270000" y="1097280"/>
            <a:ext cx="1473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Home の ROI抽出 から、目的に応じて入口を選びます。</a:t>
            </a:r>
          </a:p>
        </p:txBody>
      </p:sp>
      <p:pic>
        <p:nvPicPr>
          <p:cNvPr id="192"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193" name="• Home では ROI抽出 と モデル管理 が並ぶ…"/>
          <p:cNvSpPr txBox="1"/>
          <p:nvPr/>
        </p:nvSpPr>
        <p:spPr>
          <a:xfrm>
            <a:off x="1270000" y="81279"/>
            <a:ext cx="9144000" cy="39954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pPr>
            <a:r>
              <a:t>• Home では ROI抽出 と モデル管理 が並ぶ</a:t>
            </a:r>
          </a:p>
          <a:p>
            <a:pPr>
              <a:defRPr sz="2600"/>
            </a:pPr>
            <a:r>
              <a:t>• ROI抽出 を押すと データベース と リアルタイムエンジン に分かれる</a:t>
            </a:r>
          </a:p>
          <a:p>
            <a:pPr>
              <a:defRPr sz="2600"/>
            </a:pPr>
            <a:r>
              <a:t>• 保存済み画像をまとめて扱うなら データベース</a:t>
            </a:r>
          </a:p>
          <a:p>
            <a:pPr>
              <a:defRPr sz="2600"/>
            </a:pPr>
            <a:r>
              <a:t>• 最新 TIFF を見ながら保存するなら リアルタイムエンジン</a:t>
            </a:r>
          </a:p>
        </p:txBody>
      </p:sp>
      <p:sp>
        <p:nvSpPr>
          <p:cNvPr id="194" name="Home"/>
          <p:cNvSpPr/>
          <p:nvPr/>
        </p:nvSpPr>
        <p:spPr>
          <a:xfrm>
            <a:off x="12446000" y="2159000"/>
            <a:ext cx="9144001" cy="1143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600">
                <a:solidFill>
                  <a:srgbClr val="FFFFFF"/>
                </a:solidFill>
              </a:defRPr>
            </a:lvl1pPr>
          </a:lstStyle>
          <a:p>
            <a:pPr/>
            <a:r>
              <a:t>Home</a:t>
            </a:r>
          </a:p>
        </p:txBody>
      </p:sp>
      <p:sp>
        <p:nvSpPr>
          <p:cNvPr id="195" name="ROI抽出"/>
          <p:cNvSpPr/>
          <p:nvPr/>
        </p:nvSpPr>
        <p:spPr>
          <a:xfrm>
            <a:off x="12446000" y="4191000"/>
            <a:ext cx="3937000" cy="2413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ROI抽出</a:t>
            </a:r>
          </a:p>
        </p:txBody>
      </p:sp>
      <p:sp>
        <p:nvSpPr>
          <p:cNvPr id="196" name="モデル管理"/>
          <p:cNvSpPr/>
          <p:nvPr/>
        </p:nvSpPr>
        <p:spPr>
          <a:xfrm>
            <a:off x="17653000" y="4191000"/>
            <a:ext cx="3937001" cy="2413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モデル管理</a:t>
            </a:r>
          </a:p>
        </p:txBody>
      </p:sp>
      <p:sp>
        <p:nvSpPr>
          <p:cNvPr id="197" name="↓"/>
          <p:cNvSpPr txBox="1"/>
          <p:nvPr/>
        </p:nvSpPr>
        <p:spPr>
          <a:xfrm>
            <a:off x="16827500" y="7035800"/>
            <a:ext cx="762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a:t>
            </a:r>
          </a:p>
        </p:txBody>
      </p:sp>
      <p:sp>
        <p:nvSpPr>
          <p:cNvPr id="198" name="データベース"/>
          <p:cNvSpPr/>
          <p:nvPr/>
        </p:nvSpPr>
        <p:spPr>
          <a:xfrm>
            <a:off x="12446000" y="8128000"/>
            <a:ext cx="3937000" cy="2413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データベース</a:t>
            </a:r>
          </a:p>
        </p:txBody>
      </p:sp>
      <p:sp>
        <p:nvSpPr>
          <p:cNvPr id="199" name="リアルタイムエンジン"/>
          <p:cNvSpPr/>
          <p:nvPr/>
        </p:nvSpPr>
        <p:spPr>
          <a:xfrm>
            <a:off x="17653000" y="8128000"/>
            <a:ext cx="3937001" cy="2413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リアルタイムエンジン</a:t>
            </a:r>
          </a:p>
        </p:txBody>
      </p:sp>
      <p:sp>
        <p:nvSpPr>
          <p:cNvPr id="200" name="保存済み画像を確認"/>
          <p:cNvSpPr txBox="1"/>
          <p:nvPr/>
        </p:nvSpPr>
        <p:spPr>
          <a:xfrm>
            <a:off x="12827000" y="10457180"/>
            <a:ext cx="3429000"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保存済み画像を確認</a:t>
            </a:r>
          </a:p>
        </p:txBody>
      </p:sp>
      <p:sp>
        <p:nvSpPr>
          <p:cNvPr id="201" name="最新画像を保存しながら確認"/>
          <p:cNvSpPr txBox="1"/>
          <p:nvPr/>
        </p:nvSpPr>
        <p:spPr>
          <a:xfrm>
            <a:off x="17780000" y="10030460"/>
            <a:ext cx="3810000"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最新画像を保存しながら確認</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3. データベース画面の使い方"/>
          <p:cNvSpPr txBox="1"/>
          <p:nvPr/>
        </p:nvSpPr>
        <p:spPr>
          <a:xfrm>
            <a:off x="1270000" y="889000"/>
            <a:ext cx="14986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3. データベース画面の使い方</a:t>
            </a:r>
          </a:p>
        </p:txBody>
      </p:sp>
      <p:sp>
        <p:nvSpPr>
          <p:cNvPr id="204" name="プロジェクト単位で画像と同視野画像ファイルを整理します。"/>
          <p:cNvSpPr txBox="1"/>
          <p:nvPr/>
        </p:nvSpPr>
        <p:spPr>
          <a:xfrm>
            <a:off x="1270000" y="1097280"/>
            <a:ext cx="1473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プロジェクト単位で画像と同視野画像ファイルを整理します。</a:t>
            </a:r>
          </a:p>
        </p:txBody>
      </p:sp>
      <p:pic>
        <p:nvPicPr>
          <p:cNvPr id="205"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206" name="• 先にプロジェクトを作成 / 選択…"/>
          <p:cNvSpPr txBox="1"/>
          <p:nvPr/>
        </p:nvSpPr>
        <p:spPr>
          <a:xfrm>
            <a:off x="1270000" y="-1350963"/>
            <a:ext cx="9144000" cy="4962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500"/>
            </a:pPr>
            <a:r>
              <a:t>• 先にプロジェクトを作成 / 選択</a:t>
            </a:r>
          </a:p>
          <a:p>
            <a:pPr>
              <a:defRPr sz="2500"/>
            </a:pPr>
            <a:r>
              <a:t>• 画像アップロード または 同視野画像ファイルをアップロード</a:t>
            </a:r>
          </a:p>
          <a:p>
            <a:pPr>
              <a:defRPr sz="2500"/>
            </a:pPr>
            <a:r>
              <a:t>• 上段が画像リスト、下段が同視野フォルダリスト</a:t>
            </a:r>
          </a:p>
          <a:p>
            <a:pPr>
              <a:defRPr sz="2500"/>
            </a:pPr>
            <a:r>
              <a:t>• 単一画像は ROI抽出&amp;推論・DeepScan・保存・セルカウントへ進む</a:t>
            </a:r>
          </a:p>
          <a:p>
            <a:pPr>
              <a:defRPr sz="2500"/>
            </a:pPr>
            <a:r>
              <a:t>• 同視野フォルダは 一覧 / マージ画像ROI抽出 を使う</a:t>
            </a:r>
          </a:p>
        </p:txBody>
      </p:sp>
      <p:sp>
        <p:nvSpPr>
          <p:cNvPr id="207" name="プロジェクト作成 / 検索 / 画像アップロード / 同視野画像ファイルをアップロード"/>
          <p:cNvSpPr/>
          <p:nvPr/>
        </p:nvSpPr>
        <p:spPr>
          <a:xfrm>
            <a:off x="11684000" y="2159000"/>
            <a:ext cx="10922000" cy="152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000">
                <a:solidFill>
                  <a:srgbClr val="FFFFFF"/>
                </a:solidFill>
              </a:defRPr>
            </a:lvl1pPr>
          </a:lstStyle>
          <a:p>
            <a:pPr/>
            <a:r>
              <a:t>プロジェクト作成 / 検索 / 画像アップロード / 同視野画像ファイルをアップロード</a:t>
            </a:r>
          </a:p>
        </p:txBody>
      </p:sp>
      <p:sp>
        <p:nvSpPr>
          <p:cNvPr id="208" name="画像リスト…"/>
          <p:cNvSpPr/>
          <p:nvPr/>
        </p:nvSpPr>
        <p:spPr>
          <a:xfrm>
            <a:off x="11684000" y="4318000"/>
            <a:ext cx="10922000" cy="3175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400">
                <a:solidFill>
                  <a:srgbClr val="FFFFFF"/>
                </a:solidFill>
              </a:defRPr>
            </a:pPr>
            <a:r>
              <a:t>画像リスト</a:t>
            </a:r>
          </a:p>
          <a:p>
            <a:pPr algn="ctr" defTabSz="825500">
              <a:lnSpc>
                <a:spcPct val="100000"/>
              </a:lnSpc>
              <a:spcBef>
                <a:spcPts val="0"/>
              </a:spcBef>
              <a:defRPr sz="2400">
                <a:solidFill>
                  <a:srgbClr val="FFFFFF"/>
                </a:solidFill>
              </a:defRPr>
            </a:pPr>
            <a:r>
              <a:t>- ROI抽出&amp;推論</a:t>
            </a:r>
          </a:p>
          <a:p>
            <a:pPr algn="ctr" defTabSz="825500">
              <a:lnSpc>
                <a:spcPct val="100000"/>
              </a:lnSpc>
              <a:spcBef>
                <a:spcPts val="0"/>
              </a:spcBef>
              <a:defRPr sz="2400">
                <a:solidFill>
                  <a:srgbClr val="FFFFFF"/>
                </a:solidFill>
              </a:defRPr>
            </a:pPr>
            <a:r>
              <a:t>- DeepScan</a:t>
            </a:r>
          </a:p>
          <a:p>
            <a:pPr algn="ctr" defTabSz="825500">
              <a:lnSpc>
                <a:spcPct val="100000"/>
              </a:lnSpc>
              <a:spcBef>
                <a:spcPts val="0"/>
              </a:spcBef>
              <a:defRPr sz="2400">
                <a:solidFill>
                  <a:srgbClr val="FFFFFF"/>
                </a:solidFill>
              </a:defRPr>
            </a:pPr>
            <a:r>
              <a:t>- 保存</a:t>
            </a:r>
          </a:p>
          <a:p>
            <a:pPr algn="ctr" defTabSz="825500">
              <a:lnSpc>
                <a:spcPct val="100000"/>
              </a:lnSpc>
              <a:spcBef>
                <a:spcPts val="0"/>
              </a:spcBef>
              <a:defRPr sz="2400">
                <a:solidFill>
                  <a:srgbClr val="FFFFFF"/>
                </a:solidFill>
              </a:defRPr>
            </a:pPr>
            <a:r>
              <a:t>- セルカウント</a:t>
            </a:r>
          </a:p>
        </p:txBody>
      </p:sp>
      <p:sp>
        <p:nvSpPr>
          <p:cNvPr id="209" name="同視野フォルダリスト…"/>
          <p:cNvSpPr/>
          <p:nvPr/>
        </p:nvSpPr>
        <p:spPr>
          <a:xfrm>
            <a:off x="11684000" y="8127999"/>
            <a:ext cx="10922000" cy="2794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400">
                <a:solidFill>
                  <a:srgbClr val="FFFFFF"/>
                </a:solidFill>
              </a:defRPr>
            </a:pPr>
            <a:r>
              <a:t>同視野フォルダリスト</a:t>
            </a:r>
          </a:p>
          <a:p>
            <a:pPr algn="ctr" defTabSz="825500">
              <a:lnSpc>
                <a:spcPct val="100000"/>
              </a:lnSpc>
              <a:spcBef>
                <a:spcPts val="0"/>
              </a:spcBef>
              <a:defRPr sz="2400">
                <a:solidFill>
                  <a:srgbClr val="FFFFFF"/>
                </a:solidFill>
              </a:defRPr>
            </a:pPr>
            <a:r>
              <a:t>- 一覧</a:t>
            </a:r>
          </a:p>
          <a:p>
            <a:pPr algn="ctr" defTabSz="825500">
              <a:lnSpc>
                <a:spcPct val="100000"/>
              </a:lnSpc>
              <a:spcBef>
                <a:spcPts val="0"/>
              </a:spcBef>
              <a:defRPr sz="2400">
                <a:solidFill>
                  <a:srgbClr val="FFFFFF"/>
                </a:solidFill>
              </a:defRPr>
            </a:pPr>
            <a:r>
              <a:t>- マージ画像ROI抽出</a:t>
            </a:r>
          </a:p>
        </p:txBody>
      </p:sp>
      <p:sp>
        <p:nvSpPr>
          <p:cNvPr id="210" name="パンくずは Home &gt; ROI抽出 &gt; データベース &gt; [各プロジェクト] で統一"/>
          <p:cNvSpPr txBox="1"/>
          <p:nvPr/>
        </p:nvSpPr>
        <p:spPr>
          <a:xfrm>
            <a:off x="11684000" y="11092180"/>
            <a:ext cx="10922000"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パンくずは Home &gt; ROI抽出 &gt; データベース &gt; [各プロジェクト] で統一</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4. 画像リストで行う操作"/>
          <p:cNvSpPr txBox="1"/>
          <p:nvPr/>
        </p:nvSpPr>
        <p:spPr>
          <a:xfrm>
            <a:off x="1270000" y="889000"/>
            <a:ext cx="14986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4. 画像リストで行う操作</a:t>
            </a:r>
          </a:p>
        </p:txBody>
      </p:sp>
      <p:sp>
        <p:nvSpPr>
          <p:cNvPr id="213" name="単一画像の処理と安全な削除は、この一覧から進めます。"/>
          <p:cNvSpPr txBox="1"/>
          <p:nvPr/>
        </p:nvSpPr>
        <p:spPr>
          <a:xfrm>
            <a:off x="1270000" y="1097280"/>
            <a:ext cx="1473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単一画像の処理と安全な削除は、この一覧から進めます。</a:t>
            </a:r>
          </a:p>
        </p:txBody>
      </p:sp>
      <p:pic>
        <p:nvPicPr>
          <p:cNvPr id="214"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215" name="• ROI抽出&amp;推論 で単一画像の解析をまとめて実行…"/>
          <p:cNvSpPr txBox="1"/>
          <p:nvPr/>
        </p:nvSpPr>
        <p:spPr>
          <a:xfrm>
            <a:off x="1270000" y="-2512060"/>
            <a:ext cx="9144000" cy="63957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pPr>
            <a:r>
              <a:t>• ROI抽出&amp;推論 で単一画像の解析をまとめて実行</a:t>
            </a:r>
          </a:p>
          <a:p>
            <a:pPr>
              <a:defRPr sz="2400"/>
            </a:pPr>
            <a:r>
              <a:t>• DeepScan で ROI とラベルを確認</a:t>
            </a:r>
          </a:p>
          <a:p>
            <a:pPr>
              <a:defRPr sz="2400"/>
            </a:pPr>
            <a:r>
              <a:t>• セルカウント後に PDF / CSV を出力</a:t>
            </a:r>
          </a:p>
          <a:p>
            <a:pPr>
              <a:defRPr sz="2400"/>
            </a:pPr>
            <a:r>
              <a:t>• 削除は 2 段階方式</a:t>
            </a:r>
          </a:p>
          <a:p>
            <a:pPr>
              <a:defRPr sz="2400"/>
            </a:pPr>
            <a:r>
              <a:t>  1. 上部の 削除 を押す</a:t>
            </a:r>
          </a:p>
          <a:p>
            <a:pPr>
              <a:defRPr sz="2400"/>
            </a:pPr>
            <a:r>
              <a:t>  2. 削除モードで対象画像を選ぶ</a:t>
            </a:r>
          </a:p>
          <a:p>
            <a:pPr>
              <a:defRPr sz="2400"/>
            </a:pPr>
            <a:r>
              <a:t>  3. 削除 または キャンセル</a:t>
            </a:r>
          </a:p>
        </p:txBody>
      </p:sp>
      <p:sp>
        <p:nvSpPr>
          <p:cNvPr id="216" name="ROI抽出&amp;推論"/>
          <p:cNvSpPr/>
          <p:nvPr/>
        </p:nvSpPr>
        <p:spPr>
          <a:xfrm>
            <a:off x="11811000" y="2793999"/>
            <a:ext cx="3048000" cy="1778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ROI抽出&amp;推論</a:t>
            </a:r>
          </a:p>
        </p:txBody>
      </p:sp>
      <p:sp>
        <p:nvSpPr>
          <p:cNvPr id="217" name="DeepScan"/>
          <p:cNvSpPr/>
          <p:nvPr/>
        </p:nvSpPr>
        <p:spPr>
          <a:xfrm>
            <a:off x="15621000" y="2793999"/>
            <a:ext cx="3048000" cy="1778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DeepScan</a:t>
            </a:r>
          </a:p>
        </p:txBody>
      </p:sp>
      <p:sp>
        <p:nvSpPr>
          <p:cNvPr id="218" name="セルカウント…"/>
          <p:cNvSpPr/>
          <p:nvPr/>
        </p:nvSpPr>
        <p:spPr>
          <a:xfrm>
            <a:off x="19431000" y="2793999"/>
            <a:ext cx="3048000" cy="1778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400">
                <a:solidFill>
                  <a:srgbClr val="FFFFFF"/>
                </a:solidFill>
              </a:defRPr>
            </a:pPr>
            <a:r>
              <a:t>セルカウント</a:t>
            </a:r>
          </a:p>
          <a:p>
            <a:pPr algn="ctr" defTabSz="825500">
              <a:lnSpc>
                <a:spcPct val="100000"/>
              </a:lnSpc>
              <a:spcBef>
                <a:spcPts val="0"/>
              </a:spcBef>
              <a:defRPr sz="2400">
                <a:solidFill>
                  <a:srgbClr val="FFFFFF"/>
                </a:solidFill>
              </a:defRPr>
            </a:pPr>
            <a:r>
              <a:t>PDF / CSV</a:t>
            </a:r>
          </a:p>
        </p:txBody>
      </p:sp>
      <p:sp>
        <p:nvSpPr>
          <p:cNvPr id="219" name="削除モード開始…"/>
          <p:cNvSpPr/>
          <p:nvPr/>
        </p:nvSpPr>
        <p:spPr>
          <a:xfrm>
            <a:off x="11810999" y="6350000"/>
            <a:ext cx="3302001" cy="2159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400">
                <a:solidFill>
                  <a:srgbClr val="FFFFFF"/>
                </a:solidFill>
              </a:defRPr>
            </a:pPr>
            <a:r>
              <a:t>削除モード開始</a:t>
            </a:r>
          </a:p>
          <a:p>
            <a:pPr algn="ctr" defTabSz="825500">
              <a:lnSpc>
                <a:spcPct val="100000"/>
              </a:lnSpc>
              <a:spcBef>
                <a:spcPts val="0"/>
              </a:spcBef>
              <a:defRPr sz="2400">
                <a:solidFill>
                  <a:srgbClr val="FFFFFF"/>
                </a:solidFill>
              </a:defRPr>
            </a:pPr>
            <a:r>
              <a:t>上部の 削除 を押す</a:t>
            </a:r>
          </a:p>
        </p:txBody>
      </p:sp>
      <p:sp>
        <p:nvSpPr>
          <p:cNvPr id="220" name="→"/>
          <p:cNvSpPr txBox="1"/>
          <p:nvPr/>
        </p:nvSpPr>
        <p:spPr>
          <a:xfrm>
            <a:off x="15367000" y="7162800"/>
            <a:ext cx="762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a:t>
            </a:r>
          </a:p>
        </p:txBody>
      </p:sp>
      <p:sp>
        <p:nvSpPr>
          <p:cNvPr id="221" name="対象画像を選択"/>
          <p:cNvSpPr/>
          <p:nvPr/>
        </p:nvSpPr>
        <p:spPr>
          <a:xfrm>
            <a:off x="16382999" y="6350000"/>
            <a:ext cx="2921001" cy="2159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defRPr>
            </a:lvl1pPr>
          </a:lstStyle>
          <a:p>
            <a:pPr/>
            <a:r>
              <a:t>対象画像を選択</a:t>
            </a:r>
          </a:p>
        </p:txBody>
      </p:sp>
      <p:sp>
        <p:nvSpPr>
          <p:cNvPr id="222" name="→"/>
          <p:cNvSpPr txBox="1"/>
          <p:nvPr/>
        </p:nvSpPr>
        <p:spPr>
          <a:xfrm>
            <a:off x="19558000" y="7162800"/>
            <a:ext cx="762001"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a:t>
            </a:r>
          </a:p>
        </p:txBody>
      </p:sp>
      <p:sp>
        <p:nvSpPr>
          <p:cNvPr id="223" name="削除 または キャンセル"/>
          <p:cNvSpPr/>
          <p:nvPr/>
        </p:nvSpPr>
        <p:spPr>
          <a:xfrm>
            <a:off x="20574000" y="6350000"/>
            <a:ext cx="2159001" cy="2159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200">
                <a:solidFill>
                  <a:srgbClr val="FFFFFF"/>
                </a:solidFill>
              </a:defRPr>
            </a:lvl1pPr>
          </a:lstStyle>
          <a:p>
            <a:pPr/>
            <a:r>
              <a:t>削除 または キャンセル</a:t>
            </a:r>
          </a:p>
        </p:txBody>
      </p:sp>
      <p:sp>
        <p:nvSpPr>
          <p:cNvPr id="224" name="各行の直接削除ではなく、上部操作に統一して誤操作を防ぎます。"/>
          <p:cNvSpPr txBox="1"/>
          <p:nvPr/>
        </p:nvSpPr>
        <p:spPr>
          <a:xfrm>
            <a:off x="13462000" y="9001760"/>
            <a:ext cx="8382001" cy="355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000"/>
            </a:lvl1pPr>
          </a:lstStyle>
          <a:p>
            <a:pPr/>
            <a:r>
              <a:t>各行の直接削除ではなく、上部操作に統一して誤操作を防ぎます。</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5. DeepScan の見方"/>
          <p:cNvSpPr txBox="1"/>
          <p:nvPr/>
        </p:nvSpPr>
        <p:spPr>
          <a:xfrm>
            <a:off x="1270000" y="889000"/>
            <a:ext cx="14986001"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5. DeepScan の見方</a:t>
            </a:r>
          </a:p>
        </p:txBody>
      </p:sp>
      <p:sp>
        <p:nvSpPr>
          <p:cNvPr id="227" name="ROI overlay を確認しながら、手動ラベルと手動 ROI を調整します。"/>
          <p:cNvSpPr txBox="1"/>
          <p:nvPr/>
        </p:nvSpPr>
        <p:spPr>
          <a:xfrm>
            <a:off x="1270000" y="1097280"/>
            <a:ext cx="1473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ROI overlay を確認しながら、手動ラベルと手動 ROI を調整します。</a:t>
            </a:r>
          </a:p>
        </p:txBody>
      </p:sp>
      <p:pic>
        <p:nvPicPr>
          <p:cNvPr id="228"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229" name="• 画像上に ROI 枠が重なって表示される…"/>
          <p:cNvSpPr txBox="1"/>
          <p:nvPr/>
        </p:nvSpPr>
        <p:spPr>
          <a:xfrm>
            <a:off x="1270000" y="-1028701"/>
            <a:ext cx="9144000" cy="4826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pPr>
            <a:r>
              <a:t>• 画像上に ROI 枠が重なって表示される</a:t>
            </a:r>
          </a:p>
          <a:p>
            <a:pPr>
              <a:defRPr sz="2400"/>
            </a:pPr>
            <a:r>
              <a:t>• 右側で AI / Manual の表示基準を切り替える</a:t>
            </a:r>
          </a:p>
          <a:p>
            <a:pPr>
              <a:defRPr sz="2400"/>
            </a:pPr>
            <a:r>
              <a:t>• ROI を選ぶと manual label を更新できる</a:t>
            </a:r>
          </a:p>
          <a:p>
            <a:pPr>
              <a:defRPr sz="2400"/>
            </a:pPr>
            <a:r>
              <a:t>• 手動ROI追加 / 手動ROI削除 が使える</a:t>
            </a:r>
          </a:p>
          <a:p>
            <a:pPr>
              <a:defRPr sz="2400"/>
            </a:pPr>
            <a:r>
              <a:t>• ROI移動 を ON にすると、約 0.45 秒長押し後ドラッグで位置更新</a:t>
            </a:r>
          </a:p>
        </p:txBody>
      </p:sp>
      <p:sp>
        <p:nvSpPr>
          <p:cNvPr id="230" name="画像ビュー…"/>
          <p:cNvSpPr/>
          <p:nvPr/>
        </p:nvSpPr>
        <p:spPr>
          <a:xfrm>
            <a:off x="11430000" y="2413000"/>
            <a:ext cx="8128000" cy="7874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600">
                <a:solidFill>
                  <a:srgbClr val="FFFFFF"/>
                </a:solidFill>
              </a:defRPr>
            </a:pPr>
            <a:r>
              <a:t>画像ビュー</a:t>
            </a:r>
          </a:p>
          <a:p>
            <a:pPr algn="ctr" defTabSz="825500">
              <a:lnSpc>
                <a:spcPct val="100000"/>
              </a:lnSpc>
              <a:spcBef>
                <a:spcPts val="0"/>
              </a:spcBef>
              <a:defRPr sz="2600">
                <a:solidFill>
                  <a:srgbClr val="FFFFFF"/>
                </a:solidFill>
              </a:defRPr>
            </a:pPr>
            <a:r>
              <a:t>ROI overlay</a:t>
            </a:r>
          </a:p>
        </p:txBody>
      </p:sp>
      <p:sp>
        <p:nvSpPr>
          <p:cNvPr id="231" name="表示基準…"/>
          <p:cNvSpPr/>
          <p:nvPr/>
        </p:nvSpPr>
        <p:spPr>
          <a:xfrm>
            <a:off x="19939000" y="2413000"/>
            <a:ext cx="3048000" cy="279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200">
                <a:solidFill>
                  <a:srgbClr val="FFFFFF"/>
                </a:solidFill>
              </a:defRPr>
            </a:pPr>
            <a:r>
              <a:t>表示基準</a:t>
            </a:r>
          </a:p>
          <a:p>
            <a:pPr algn="ctr" defTabSz="825500">
              <a:lnSpc>
                <a:spcPct val="100000"/>
              </a:lnSpc>
              <a:spcBef>
                <a:spcPts val="0"/>
              </a:spcBef>
              <a:defRPr sz="2200">
                <a:solidFill>
                  <a:srgbClr val="FFFFFF"/>
                </a:solidFill>
              </a:defRPr>
            </a:pPr>
            <a:r>
              <a:t>AI / Manual</a:t>
            </a:r>
          </a:p>
          <a:p>
            <a:pPr algn="ctr" defTabSz="825500">
              <a:lnSpc>
                <a:spcPct val="100000"/>
              </a:lnSpc>
              <a:spcBef>
                <a:spcPts val="0"/>
              </a:spcBef>
              <a:defRPr sz="2200">
                <a:solidFill>
                  <a:srgbClr val="FFFFFF"/>
                </a:solidFill>
              </a:defRPr>
            </a:pPr>
            <a:r>
              <a:t>DeepScan</a:t>
            </a:r>
          </a:p>
        </p:txBody>
      </p:sp>
      <p:sp>
        <p:nvSpPr>
          <p:cNvPr id="232" name="Manual Label…"/>
          <p:cNvSpPr/>
          <p:nvPr/>
        </p:nvSpPr>
        <p:spPr>
          <a:xfrm>
            <a:off x="19939000" y="5715000"/>
            <a:ext cx="3048000" cy="3810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200">
                <a:solidFill>
                  <a:srgbClr val="FFFFFF"/>
                </a:solidFill>
              </a:defRPr>
            </a:pPr>
            <a:r>
              <a:t>Manual Label</a:t>
            </a:r>
          </a:p>
          <a:p>
            <a:pPr algn="ctr" defTabSz="825500">
              <a:lnSpc>
                <a:spcPct val="100000"/>
              </a:lnSpc>
              <a:spcBef>
                <a:spcPts val="0"/>
              </a:spcBef>
              <a:defRPr sz="2200">
                <a:solidFill>
                  <a:srgbClr val="FFFFFF"/>
                </a:solidFill>
              </a:defRPr>
            </a:pPr>
            <a:r>
              <a:t>手動ROI追加</a:t>
            </a:r>
          </a:p>
          <a:p>
            <a:pPr algn="ctr" defTabSz="825500">
              <a:lnSpc>
                <a:spcPct val="100000"/>
              </a:lnSpc>
              <a:spcBef>
                <a:spcPts val="0"/>
              </a:spcBef>
              <a:defRPr sz="2200">
                <a:solidFill>
                  <a:srgbClr val="FFFFFF"/>
                </a:solidFill>
              </a:defRPr>
            </a:pPr>
            <a:r>
              <a:t>手動ROI削除</a:t>
            </a:r>
          </a:p>
          <a:p>
            <a:pPr algn="ctr" defTabSz="825500">
              <a:lnSpc>
                <a:spcPct val="100000"/>
              </a:lnSpc>
              <a:spcBef>
                <a:spcPts val="0"/>
              </a:spcBef>
              <a:defRPr sz="2200">
                <a:solidFill>
                  <a:srgbClr val="FFFFFF"/>
                </a:solidFill>
              </a:defRPr>
            </a:pPr>
            <a:r>
              <a:t>ROI移動</a:t>
            </a:r>
          </a:p>
        </p:txBody>
      </p:sp>
      <p:sp>
        <p:nvSpPr>
          <p:cNvPr id="233" name="Class 0"/>
          <p:cNvSpPr/>
          <p:nvPr/>
        </p:nvSpPr>
        <p:spPr>
          <a:xfrm>
            <a:off x="11430000" y="10922000"/>
            <a:ext cx="1778000" cy="1143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1800">
                <a:solidFill>
                  <a:srgbClr val="FFFFFF"/>
                </a:solidFill>
              </a:defRPr>
            </a:lvl1pPr>
          </a:lstStyle>
          <a:p>
            <a:pPr/>
            <a:r>
              <a:t>Class 0</a:t>
            </a:r>
          </a:p>
        </p:txBody>
      </p:sp>
      <p:sp>
        <p:nvSpPr>
          <p:cNvPr id="234" name="Class 1"/>
          <p:cNvSpPr/>
          <p:nvPr/>
        </p:nvSpPr>
        <p:spPr>
          <a:xfrm>
            <a:off x="13589000" y="10922000"/>
            <a:ext cx="1778000" cy="1143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1800">
                <a:solidFill>
                  <a:srgbClr val="FFFFFF"/>
                </a:solidFill>
              </a:defRPr>
            </a:lvl1pPr>
          </a:lstStyle>
          <a:p>
            <a:pPr/>
            <a:r>
              <a:t>Class 1</a:t>
            </a:r>
          </a:p>
        </p:txBody>
      </p:sp>
      <p:sp>
        <p:nvSpPr>
          <p:cNvPr id="235" name="Class 2"/>
          <p:cNvSpPr/>
          <p:nvPr/>
        </p:nvSpPr>
        <p:spPr>
          <a:xfrm>
            <a:off x="15748000" y="10922000"/>
            <a:ext cx="1778000" cy="1143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1800">
                <a:solidFill>
                  <a:srgbClr val="FFFFFF"/>
                </a:solidFill>
              </a:defRPr>
            </a:lvl1pPr>
          </a:lstStyle>
          <a:p>
            <a:pPr/>
            <a:r>
              <a:t>Class 2</a:t>
            </a:r>
          </a:p>
        </p:txBody>
      </p:sp>
      <p:sp>
        <p:nvSpPr>
          <p:cNvPr id="236" name="Class 3"/>
          <p:cNvSpPr/>
          <p:nvPr/>
        </p:nvSpPr>
        <p:spPr>
          <a:xfrm>
            <a:off x="17906999" y="10922000"/>
            <a:ext cx="1778001" cy="1143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1800">
                <a:solidFill>
                  <a:srgbClr val="FFFFFF"/>
                </a:solidFill>
              </a:defRPr>
            </a:lvl1pPr>
          </a:lstStyle>
          <a:p>
            <a:pPr/>
            <a:r>
              <a:t>Class 3</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6. リアルタイムエンジンの使い方"/>
          <p:cNvSpPr txBox="1"/>
          <p:nvPr/>
        </p:nvSpPr>
        <p:spPr>
          <a:xfrm>
            <a:off x="1270000" y="889000"/>
            <a:ext cx="14986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6. リアルタイムエンジンの使い方</a:t>
            </a:r>
          </a:p>
        </p:txBody>
      </p:sp>
      <p:sp>
        <p:nvSpPr>
          <p:cNvPr id="239" name="最新 TIFF を見ながら保存し、そのまま DeepScan で確認できます。"/>
          <p:cNvSpPr txBox="1"/>
          <p:nvPr/>
        </p:nvSpPr>
        <p:spPr>
          <a:xfrm>
            <a:off x="1270000" y="1097280"/>
            <a:ext cx="1473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最新 TIFF を見ながら保存し、そのまま DeepScan で確認できます。</a:t>
            </a:r>
          </a:p>
        </p:txBody>
      </p:sp>
      <p:pic>
        <p:nvPicPr>
          <p:cNvPr id="240"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241" name="• プロジェクトとサンプル名を決めて 保存…"/>
          <p:cNvSpPr txBox="1"/>
          <p:nvPr/>
        </p:nvSpPr>
        <p:spPr>
          <a:xfrm>
            <a:off x="1270000" y="-352743"/>
            <a:ext cx="9144000" cy="43910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500"/>
            </a:pPr>
            <a:r>
              <a:t>• プロジェクトとサンプル名を決めて 保存</a:t>
            </a:r>
          </a:p>
          <a:p>
            <a:pPr>
              <a:defRPr sz="2500"/>
            </a:pPr>
            <a:r>
              <a:t>• 同視野画像ファイルとして保存 を ON にすると、同一視野の画像群として管理</a:t>
            </a:r>
          </a:p>
          <a:p>
            <a:pPr>
              <a:defRPr sz="2500"/>
            </a:pPr>
            <a:r>
              <a:t>• 保存した画像は後から DeepScan で再確認できる</a:t>
            </a:r>
          </a:p>
          <a:p>
            <a:pPr>
              <a:defRPr sz="2500"/>
            </a:pPr>
            <a:r>
              <a:t>• AI / Manual 表示、manual label、手動 ROI の考え方は DeepScan と共通</a:t>
            </a:r>
          </a:p>
        </p:txBody>
      </p:sp>
      <p:sp>
        <p:nvSpPr>
          <p:cNvPr id="242" name="最新 TIFF 表示…"/>
          <p:cNvSpPr/>
          <p:nvPr/>
        </p:nvSpPr>
        <p:spPr>
          <a:xfrm>
            <a:off x="11684000" y="2286000"/>
            <a:ext cx="8255000" cy="7874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600">
                <a:solidFill>
                  <a:srgbClr val="FFFFFF"/>
                </a:solidFill>
              </a:defRPr>
            </a:pPr>
            <a:r>
              <a:t>最新 TIFF 表示</a:t>
            </a:r>
          </a:p>
          <a:p>
            <a:pPr algn="ctr" defTabSz="825500">
              <a:lnSpc>
                <a:spcPct val="100000"/>
              </a:lnSpc>
              <a:spcBef>
                <a:spcPts val="0"/>
              </a:spcBef>
              <a:defRPr sz="2600">
                <a:solidFill>
                  <a:srgbClr val="FFFFFF"/>
                </a:solidFill>
              </a:defRPr>
            </a:pPr>
            <a:r>
              <a:t>DeepScan overlay</a:t>
            </a:r>
          </a:p>
        </p:txBody>
      </p:sp>
      <p:sp>
        <p:nvSpPr>
          <p:cNvPr id="243" name="保存パネル…"/>
          <p:cNvSpPr/>
          <p:nvPr/>
        </p:nvSpPr>
        <p:spPr>
          <a:xfrm>
            <a:off x="20320000" y="2413000"/>
            <a:ext cx="2794000" cy="4572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000">
                <a:solidFill>
                  <a:srgbClr val="FFFFFF"/>
                </a:solidFill>
              </a:defRPr>
            </a:pPr>
            <a:r>
              <a:t>保存パネル</a:t>
            </a:r>
          </a:p>
          <a:p>
            <a:pPr algn="ctr" defTabSz="825500">
              <a:lnSpc>
                <a:spcPct val="100000"/>
              </a:lnSpc>
              <a:spcBef>
                <a:spcPts val="0"/>
              </a:spcBef>
              <a:defRPr sz="2000">
                <a:solidFill>
                  <a:srgbClr val="FFFFFF"/>
                </a:solidFill>
              </a:defRPr>
            </a:pPr>
            <a:r>
              <a:t>プロジェクト</a:t>
            </a:r>
          </a:p>
          <a:p>
            <a:pPr algn="ctr" defTabSz="825500">
              <a:lnSpc>
                <a:spcPct val="100000"/>
              </a:lnSpc>
              <a:spcBef>
                <a:spcPts val="0"/>
              </a:spcBef>
              <a:defRPr sz="2000">
                <a:solidFill>
                  <a:srgbClr val="FFFFFF"/>
                </a:solidFill>
              </a:defRPr>
            </a:pPr>
            <a:r>
              <a:t>サンプル名</a:t>
            </a:r>
          </a:p>
          <a:p>
            <a:pPr algn="ctr" defTabSz="825500">
              <a:lnSpc>
                <a:spcPct val="100000"/>
              </a:lnSpc>
              <a:spcBef>
                <a:spcPts val="0"/>
              </a:spcBef>
              <a:defRPr sz="2000">
                <a:solidFill>
                  <a:srgbClr val="FFFFFF"/>
                </a:solidFill>
              </a:defRPr>
            </a:pPr>
            <a:r>
              <a:t>同視野画像ファイルとして保存</a:t>
            </a:r>
          </a:p>
          <a:p>
            <a:pPr algn="ctr" defTabSz="825500">
              <a:lnSpc>
                <a:spcPct val="100000"/>
              </a:lnSpc>
              <a:spcBef>
                <a:spcPts val="0"/>
              </a:spcBef>
              <a:defRPr sz="2000">
                <a:solidFill>
                  <a:srgbClr val="FFFFFF"/>
                </a:solidFill>
              </a:defRPr>
            </a:pPr>
            <a:r>
              <a:t>保存</a:t>
            </a:r>
          </a:p>
        </p:txBody>
      </p:sp>
      <p:sp>
        <p:nvSpPr>
          <p:cNvPr id="244" name="保存後…"/>
          <p:cNvSpPr/>
          <p:nvPr/>
        </p:nvSpPr>
        <p:spPr>
          <a:xfrm>
            <a:off x="20320000" y="7874000"/>
            <a:ext cx="2794000" cy="2286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200">
                <a:solidFill>
                  <a:srgbClr val="FFFFFF"/>
                </a:solidFill>
              </a:defRPr>
            </a:pPr>
            <a:r>
              <a:t>保存後</a:t>
            </a:r>
          </a:p>
          <a:p>
            <a:pPr algn="ctr" defTabSz="825500">
              <a:lnSpc>
                <a:spcPct val="100000"/>
              </a:lnSpc>
              <a:spcBef>
                <a:spcPts val="0"/>
              </a:spcBef>
              <a:defRPr sz="2200">
                <a:solidFill>
                  <a:srgbClr val="FFFFFF"/>
                </a:solidFill>
              </a:defRPr>
            </a:pPr>
            <a:r>
              <a:t>DeepScan で確認</a:t>
            </a:r>
          </a:p>
        </p:txBody>
      </p:sp>
      <p:sp>
        <p:nvSpPr>
          <p:cNvPr id="245" name="説明文の表示が変わっても、ROI overlay 自体はずれないように調整済みです。"/>
          <p:cNvSpPr txBox="1"/>
          <p:nvPr/>
        </p:nvSpPr>
        <p:spPr>
          <a:xfrm>
            <a:off x="11683999" y="10284460"/>
            <a:ext cx="1092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説明文の表示が変わっても、ROI overlay 自体はずれないように調整済みです。</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7. 結果の出力と更新"/>
          <p:cNvSpPr txBox="1"/>
          <p:nvPr/>
        </p:nvSpPr>
        <p:spPr>
          <a:xfrm>
            <a:off x="1270000" y="889000"/>
            <a:ext cx="14986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7. 結果の出力と更新</a:t>
            </a:r>
          </a:p>
        </p:txBody>
      </p:sp>
      <p:sp>
        <p:nvSpPr>
          <p:cNvPr id="248" name="セルカウント結果は PDF / CSV で保存し、利用者側は ff-only で更新します。"/>
          <p:cNvSpPr txBox="1"/>
          <p:nvPr/>
        </p:nvSpPr>
        <p:spPr>
          <a:xfrm>
            <a:off x="1270000" y="1097280"/>
            <a:ext cx="1473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セルカウント結果は PDF / CSV で保存し、利用者側は ff-only で更新します。</a:t>
            </a:r>
          </a:p>
        </p:txBody>
      </p:sp>
      <p:pic>
        <p:nvPicPr>
          <p:cNvPr id="249"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250" name="• セルカウント結果画面では、クラスごとに ROI を切り替えて確認できる…"/>
          <p:cNvSpPr txBox="1"/>
          <p:nvPr/>
        </p:nvSpPr>
        <p:spPr>
          <a:xfrm>
            <a:off x="1270000" y="-1432561"/>
            <a:ext cx="9144000" cy="52527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pPr>
            <a:r>
              <a:t>• セルカウント結果画面では、クラスごとに ROI を切り替えて確認できる</a:t>
            </a:r>
          </a:p>
          <a:p>
            <a:pPr>
              <a:defRPr sz="2400"/>
            </a:pPr>
            <a:r>
              <a:t>• ROI 表は 画像順 / 信頼度順 / ROI番号順 で並べ替え可能</a:t>
            </a:r>
          </a:p>
          <a:p>
            <a:pPr>
              <a:defRPr sz="2400"/>
            </a:pPr>
            <a:r>
              <a:t>• A4 出力は PDF出力 に統一</a:t>
            </a:r>
          </a:p>
          <a:p>
            <a:pPr>
              <a:defRPr sz="2400"/>
            </a:pPr>
            <a:r>
              <a:t>• CSV は image_name 中心の列構成で、manual_label は 1 列に整理</a:t>
            </a:r>
          </a:p>
          <a:p>
            <a:pPr>
              <a:defRPr sz="2400"/>
            </a:pPr>
            <a:r>
              <a:t>• 更新時は git pull --ff-only origin AbyssEye-Neo を使う</a:t>
            </a:r>
          </a:p>
        </p:txBody>
      </p:sp>
      <p:sp>
        <p:nvSpPr>
          <p:cNvPr id="251" name="出力…"/>
          <p:cNvSpPr/>
          <p:nvPr/>
        </p:nvSpPr>
        <p:spPr>
          <a:xfrm>
            <a:off x="1270000" y="10033000"/>
            <a:ext cx="4064000" cy="2286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200">
                <a:solidFill>
                  <a:srgbClr val="FFFFFF"/>
                </a:solidFill>
              </a:defRPr>
            </a:pPr>
            <a:r>
              <a:t>出力</a:t>
            </a:r>
          </a:p>
          <a:p>
            <a:pPr algn="ctr" defTabSz="825500">
              <a:lnSpc>
                <a:spcPct val="100000"/>
              </a:lnSpc>
              <a:spcBef>
                <a:spcPts val="0"/>
              </a:spcBef>
              <a:defRPr sz="2200">
                <a:solidFill>
                  <a:srgbClr val="FFFFFF"/>
                </a:solidFill>
              </a:defRPr>
            </a:pPr>
            <a:r>
              <a:t>PDF出力</a:t>
            </a:r>
          </a:p>
          <a:p>
            <a:pPr algn="ctr" defTabSz="825500">
              <a:lnSpc>
                <a:spcPct val="100000"/>
              </a:lnSpc>
              <a:spcBef>
                <a:spcPts val="0"/>
              </a:spcBef>
              <a:defRPr sz="2200">
                <a:solidFill>
                  <a:srgbClr val="FFFFFF"/>
                </a:solidFill>
              </a:defRPr>
            </a:pPr>
            <a:r>
              <a:t>CSV出力</a:t>
            </a:r>
          </a:p>
          <a:p>
            <a:pPr algn="ctr" defTabSz="825500">
              <a:lnSpc>
                <a:spcPct val="100000"/>
              </a:lnSpc>
              <a:spcBef>
                <a:spcPts val="0"/>
              </a:spcBef>
              <a:defRPr sz="2200">
                <a:solidFill>
                  <a:srgbClr val="FFFFFF"/>
                </a:solidFill>
              </a:defRPr>
            </a:pPr>
            <a:r>
              <a:t>クラス別確認</a:t>
            </a:r>
          </a:p>
        </p:txBody>
      </p:sp>
      <p:sp>
        <p:nvSpPr>
          <p:cNvPr id="252" name="更新…"/>
          <p:cNvSpPr/>
          <p:nvPr/>
        </p:nvSpPr>
        <p:spPr>
          <a:xfrm>
            <a:off x="5969000" y="10033000"/>
            <a:ext cx="6604000" cy="2286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000">
                <a:solidFill>
                  <a:srgbClr val="FFFFFF"/>
                </a:solidFill>
              </a:defRPr>
            </a:pPr>
            <a:r>
              <a:t>更新</a:t>
            </a:r>
          </a:p>
          <a:p>
            <a:pPr algn="ctr" defTabSz="825500">
              <a:lnSpc>
                <a:spcPct val="100000"/>
              </a:lnSpc>
              <a:spcBef>
                <a:spcPts val="0"/>
              </a:spcBef>
              <a:defRPr sz="2000">
                <a:solidFill>
                  <a:srgbClr val="FFFFFF"/>
                </a:solidFill>
              </a:defRPr>
            </a:pPr>
            <a:r>
              <a:t>git checkout AbyssEye-Neo</a:t>
            </a:r>
          </a:p>
          <a:p>
            <a:pPr algn="ctr" defTabSz="825500">
              <a:lnSpc>
                <a:spcPct val="100000"/>
              </a:lnSpc>
              <a:spcBef>
                <a:spcPts val="0"/>
              </a:spcBef>
              <a:defRPr sz="2000">
                <a:solidFill>
                  <a:srgbClr val="FFFFFF"/>
                </a:solidFill>
              </a:defRPr>
            </a:pPr>
            <a:r>
              <a:t>git pull --ff-only origin AbyssEye-Neo</a:t>
            </a:r>
          </a:p>
        </p:txBody>
      </p:sp>
      <p:pic>
        <p:nvPicPr>
          <p:cNvPr id="253" name="cellcount_csv_example.png" descr="cellcount_csv_example.png"/>
          <p:cNvPicPr>
            <a:picLocks noChangeAspect="1"/>
          </p:cNvPicPr>
          <p:nvPr/>
        </p:nvPicPr>
        <p:blipFill>
          <a:blip r:embed="rId3">
            <a:extLst/>
          </a:blip>
          <a:stretch>
            <a:fillRect/>
          </a:stretch>
        </p:blipFill>
        <p:spPr>
          <a:xfrm>
            <a:off x="12446000" y="2794000"/>
            <a:ext cx="9639760" cy="914400"/>
          </a:xfrm>
          <a:prstGeom prst="rect">
            <a:avLst/>
          </a:prstGeom>
          <a:ln w="12700">
            <a:miter lim="400000"/>
          </a:ln>
        </p:spPr>
      </p:pic>
      <p:sp>
        <p:nvSpPr>
          <p:cNvPr id="254" name="CSV 出力イメージ"/>
          <p:cNvSpPr txBox="1"/>
          <p:nvPr/>
        </p:nvSpPr>
        <p:spPr>
          <a:xfrm>
            <a:off x="12446000" y="3662680"/>
            <a:ext cx="3556000"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CSV 出力イメージ</a:t>
            </a:r>
          </a:p>
        </p:txBody>
      </p:sp>
      <p:sp>
        <p:nvSpPr>
          <p:cNvPr id="255" name="つまずきやすい点…"/>
          <p:cNvSpPr/>
          <p:nvPr/>
        </p:nvSpPr>
        <p:spPr>
          <a:xfrm>
            <a:off x="12446000" y="5461000"/>
            <a:ext cx="9652000" cy="2794000"/>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200">
                <a:solidFill>
                  <a:srgbClr val="FFFFFF"/>
                </a:solidFill>
              </a:defRPr>
            </a:pPr>
            <a:r>
              <a:t>つまずきやすい点</a:t>
            </a:r>
          </a:p>
          <a:p>
            <a:pPr algn="ctr" defTabSz="825500">
              <a:lnSpc>
                <a:spcPct val="100000"/>
              </a:lnSpc>
              <a:spcBef>
                <a:spcPts val="0"/>
              </a:spcBef>
              <a:defRPr sz="2200">
                <a:solidFill>
                  <a:srgbClr val="FFFFFF"/>
                </a:solidFill>
              </a:defRPr>
            </a:pPr>
            <a:r>
              <a:t>• DeepScan が開かない → 先に ROI抽出&amp;推論</a:t>
            </a:r>
          </a:p>
          <a:p>
            <a:pPr algn="ctr" defTabSz="825500">
              <a:lnSpc>
                <a:spcPct val="100000"/>
              </a:lnSpc>
              <a:spcBef>
                <a:spcPts val="0"/>
              </a:spcBef>
              <a:defRPr sz="2200">
                <a:solidFill>
                  <a:srgbClr val="FFFFFF"/>
                </a:solidFill>
              </a:defRPr>
            </a:pPr>
            <a:r>
              <a:t>• install エラー → Python バージョン確認</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8. まず触るならこの順番"/>
          <p:cNvSpPr txBox="1"/>
          <p:nvPr/>
        </p:nvSpPr>
        <p:spPr>
          <a:xfrm>
            <a:off x="1270000" y="889000"/>
            <a:ext cx="14986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vl1pPr>
          </a:lstStyle>
          <a:p>
            <a:pPr/>
            <a:r>
              <a:t>8. まず触るならこの順番</a:t>
            </a:r>
          </a:p>
        </p:txBody>
      </p:sp>
      <p:sp>
        <p:nvSpPr>
          <p:cNvPr id="258" name="初回は次の 4 ステップだけ覚えておくと進めやすいです。"/>
          <p:cNvSpPr txBox="1"/>
          <p:nvPr/>
        </p:nvSpPr>
        <p:spPr>
          <a:xfrm>
            <a:off x="1270000" y="1097280"/>
            <a:ext cx="14732001" cy="330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初回は次の 4 ステップだけ覚えておくと進めやすいです。</a:t>
            </a:r>
          </a:p>
        </p:txBody>
      </p:sp>
      <p:pic>
        <p:nvPicPr>
          <p:cNvPr id="259" name="logo.png" descr="logo.png"/>
          <p:cNvPicPr>
            <a:picLocks noChangeAspect="1"/>
          </p:cNvPicPr>
          <p:nvPr/>
        </p:nvPicPr>
        <p:blipFill>
          <a:blip r:embed="rId2">
            <a:extLst/>
          </a:blip>
          <a:stretch>
            <a:fillRect/>
          </a:stretch>
        </p:blipFill>
        <p:spPr>
          <a:xfrm>
            <a:off x="21844000" y="431800"/>
            <a:ext cx="1524000" cy="1524000"/>
          </a:xfrm>
          <a:prstGeom prst="rect">
            <a:avLst/>
          </a:prstGeom>
          <a:ln w="12700">
            <a:miter lim="400000"/>
          </a:ln>
        </p:spPr>
      </p:pic>
      <p:sp>
        <p:nvSpPr>
          <p:cNvPr id="260" name="1…"/>
          <p:cNvSpPr/>
          <p:nvPr/>
        </p:nvSpPr>
        <p:spPr>
          <a:xfrm>
            <a:off x="2286000" y="3301999"/>
            <a:ext cx="4191000" cy="3302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800">
                <a:solidFill>
                  <a:srgbClr val="FFFFFF"/>
                </a:solidFill>
              </a:defRPr>
            </a:pPr>
            <a:r>
              <a:t>1</a:t>
            </a:r>
          </a:p>
          <a:p>
            <a:pPr algn="ctr" defTabSz="825500">
              <a:lnSpc>
                <a:spcPct val="100000"/>
              </a:lnSpc>
              <a:spcBef>
                <a:spcPts val="0"/>
              </a:spcBef>
              <a:defRPr sz="2800">
                <a:solidFill>
                  <a:srgbClr val="FFFFFF"/>
                </a:solidFill>
              </a:defRPr>
            </a:pPr>
            <a:r>
              <a:t>README に沿って起動</a:t>
            </a:r>
          </a:p>
        </p:txBody>
      </p:sp>
      <p:sp>
        <p:nvSpPr>
          <p:cNvPr id="261" name="→"/>
          <p:cNvSpPr txBox="1"/>
          <p:nvPr/>
        </p:nvSpPr>
        <p:spPr>
          <a:xfrm>
            <a:off x="7112000" y="4584700"/>
            <a:ext cx="889001" cy="609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000"/>
            </a:lvl1pPr>
          </a:lstStyle>
          <a:p>
            <a:pPr/>
            <a:r>
              <a:t>→</a:t>
            </a:r>
          </a:p>
        </p:txBody>
      </p:sp>
      <p:sp>
        <p:nvSpPr>
          <p:cNvPr id="262" name="2…"/>
          <p:cNvSpPr/>
          <p:nvPr/>
        </p:nvSpPr>
        <p:spPr>
          <a:xfrm>
            <a:off x="8128000" y="3301999"/>
            <a:ext cx="4191000" cy="3302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800">
                <a:solidFill>
                  <a:srgbClr val="FFFFFF"/>
                </a:solidFill>
              </a:defRPr>
            </a:pPr>
            <a:r>
              <a:t>2</a:t>
            </a:r>
          </a:p>
          <a:p>
            <a:pPr algn="ctr" defTabSz="825500">
              <a:lnSpc>
                <a:spcPct val="100000"/>
              </a:lnSpc>
              <a:spcBef>
                <a:spcPts val="0"/>
              </a:spcBef>
              <a:defRPr sz="2800">
                <a:solidFill>
                  <a:srgbClr val="FFFFFF"/>
                </a:solidFill>
              </a:defRPr>
            </a:pPr>
            <a:r>
              <a:t>Home から ROI抽出</a:t>
            </a:r>
          </a:p>
        </p:txBody>
      </p:sp>
      <p:sp>
        <p:nvSpPr>
          <p:cNvPr id="263" name="→"/>
          <p:cNvSpPr txBox="1"/>
          <p:nvPr/>
        </p:nvSpPr>
        <p:spPr>
          <a:xfrm>
            <a:off x="12954000" y="4584700"/>
            <a:ext cx="889000" cy="609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000"/>
            </a:lvl1pPr>
          </a:lstStyle>
          <a:p>
            <a:pPr/>
            <a:r>
              <a:t>→</a:t>
            </a:r>
          </a:p>
        </p:txBody>
      </p:sp>
      <p:sp>
        <p:nvSpPr>
          <p:cNvPr id="264" name="3…"/>
          <p:cNvSpPr/>
          <p:nvPr/>
        </p:nvSpPr>
        <p:spPr>
          <a:xfrm>
            <a:off x="13970000" y="3301999"/>
            <a:ext cx="4191001" cy="3302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800">
                <a:solidFill>
                  <a:srgbClr val="FFFFFF"/>
                </a:solidFill>
              </a:defRPr>
            </a:pPr>
            <a:r>
              <a:t>3</a:t>
            </a:r>
          </a:p>
          <a:p>
            <a:pPr algn="ctr" defTabSz="825500">
              <a:lnSpc>
                <a:spcPct val="100000"/>
              </a:lnSpc>
              <a:spcBef>
                <a:spcPts val="0"/>
              </a:spcBef>
              <a:defRPr sz="2800">
                <a:solidFill>
                  <a:srgbClr val="FFFFFF"/>
                </a:solidFill>
              </a:defRPr>
            </a:pPr>
            <a:r>
              <a:t>データベース または</a:t>
            </a:r>
          </a:p>
          <a:p>
            <a:pPr algn="ctr" defTabSz="825500">
              <a:lnSpc>
                <a:spcPct val="100000"/>
              </a:lnSpc>
              <a:spcBef>
                <a:spcPts val="0"/>
              </a:spcBef>
              <a:defRPr sz="2800">
                <a:solidFill>
                  <a:srgbClr val="FFFFFF"/>
                </a:solidFill>
              </a:defRPr>
            </a:pPr>
            <a:r>
              <a:t>リアルタイムエンジン</a:t>
            </a:r>
          </a:p>
        </p:txBody>
      </p:sp>
      <p:sp>
        <p:nvSpPr>
          <p:cNvPr id="265" name="→"/>
          <p:cNvSpPr txBox="1"/>
          <p:nvPr/>
        </p:nvSpPr>
        <p:spPr>
          <a:xfrm>
            <a:off x="18796000" y="4584700"/>
            <a:ext cx="889000" cy="609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000"/>
            </a:lvl1pPr>
          </a:lstStyle>
          <a:p>
            <a:pPr/>
            <a:r>
              <a:t>→</a:t>
            </a:r>
          </a:p>
        </p:txBody>
      </p:sp>
      <p:sp>
        <p:nvSpPr>
          <p:cNvPr id="266" name="4…"/>
          <p:cNvSpPr/>
          <p:nvPr/>
        </p:nvSpPr>
        <p:spPr>
          <a:xfrm>
            <a:off x="19812000" y="3301999"/>
            <a:ext cx="3048000" cy="330200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2600">
                <a:solidFill>
                  <a:srgbClr val="FFFFFF"/>
                </a:solidFill>
              </a:defRPr>
            </a:pPr>
            <a:r>
              <a:t>4</a:t>
            </a:r>
          </a:p>
          <a:p>
            <a:pPr algn="ctr" defTabSz="825500">
              <a:lnSpc>
                <a:spcPct val="100000"/>
              </a:lnSpc>
              <a:spcBef>
                <a:spcPts val="0"/>
              </a:spcBef>
              <a:defRPr sz="2600">
                <a:solidFill>
                  <a:srgbClr val="FFFFFF"/>
                </a:solidFill>
              </a:defRPr>
            </a:pPr>
            <a:r>
              <a:t>DeepScan で確認して</a:t>
            </a:r>
          </a:p>
          <a:p>
            <a:pPr algn="ctr" defTabSz="825500">
              <a:lnSpc>
                <a:spcPct val="100000"/>
              </a:lnSpc>
              <a:spcBef>
                <a:spcPts val="0"/>
              </a:spcBef>
              <a:defRPr sz="2600">
                <a:solidFill>
                  <a:srgbClr val="FFFFFF"/>
                </a:solidFill>
              </a:defRPr>
            </a:pPr>
            <a:r>
              <a:t>PDF / CSV 出力</a:t>
            </a:r>
          </a:p>
        </p:txBody>
      </p:sp>
      <p:sp>
        <p:nvSpPr>
          <p:cNvPr id="267" name="最初は データベース → ROI抽出&amp;推論 → DeepScan → セルカウント の流れがいちばん分かりやすいです。…"/>
          <p:cNvSpPr txBox="1"/>
          <p:nvPr/>
        </p:nvSpPr>
        <p:spPr>
          <a:xfrm>
            <a:off x="2286000" y="6621780"/>
            <a:ext cx="17780000" cy="14046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pPr>
            <a:r>
              <a:t>最初は データベース → ROI抽出&amp;推論 → DeepScan → セルカウント の流れがいちばん分かりやすいです。</a:t>
            </a:r>
          </a:p>
          <a:p>
            <a:pPr>
              <a:defRPr sz="2400"/>
            </a:pPr>
            <a:r>
              <a:t>慣れてきたら、リアルタイムエンジンで保存しながら確認する運用に広げてください。</a:t>
            </a:r>
          </a:p>
        </p:txBody>
      </p:sp>
      <p:pic>
        <p:nvPicPr>
          <p:cNvPr id="268" name="logo.png" descr="logo.png"/>
          <p:cNvPicPr>
            <a:picLocks noChangeAspect="1"/>
          </p:cNvPicPr>
          <p:nvPr/>
        </p:nvPicPr>
        <p:blipFill>
          <a:blip r:embed="rId2">
            <a:extLst/>
          </a:blip>
          <a:stretch>
            <a:fillRect/>
          </a:stretch>
        </p:blipFill>
        <p:spPr>
          <a:xfrm>
            <a:off x="21082000" y="10033000"/>
            <a:ext cx="1778000" cy="17780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