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18"/>
    <p:restoredTop sz="94591"/>
  </p:normalViewPr>
  <p:slideViewPr>
    <p:cSldViewPr snapToGrid="0">
      <p:cViewPr>
        <p:scale>
          <a:sx n="91" d="100"/>
          <a:sy n="91" d="100"/>
        </p:scale>
        <p:origin x="1504" y="7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6B6300-034F-8FDC-E951-71BCBF6688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5D8334-2644-6F6C-112D-BADDC02E64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2D3304-2865-A3F6-2B57-0514FD6B5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EF12DE-276B-8FE7-0422-0EFEF30E0A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E20D837-AAFB-A8B8-FF63-315DF5F0A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7856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D3697B-C18A-8A3A-367B-E9511A2F9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3BD9FF-00B3-0896-BD82-FC0116D4F8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469C58-7FDF-FB74-489E-2CFABE32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ED764B-10EC-B027-37F5-9B4AA002B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1AAF5D5-3EE6-68C1-B3E4-259F1089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2753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77D48D-437B-13CF-FA99-0AA5FE590E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D45D249-2CA5-16EC-2B6A-54E4FC2F0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9D395BE-E841-C0BB-B258-0BE4BC4F2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73A1A5-88BD-D2F8-829C-0B33CDC18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85D966-5DB9-2C69-3555-975FB2340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72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13FD54-F25B-D4B2-DBC5-39A7D90318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A29805-3EB0-EF82-9C5A-D3ED52F6A8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AAE0269-36A9-77F2-032C-FED71F4789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48F49C8-BF61-FAC5-36FC-DA8FEE3D3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C62956-1403-ACA8-484D-74D0E3E71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535F735-B5FE-0239-DAE9-30613797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0103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6D8902-6045-B926-56D2-4CA20EE08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7EF5C41-1998-4101-457E-CD05EFB29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18C2D02-FD91-3AB5-0160-CB90C0B03F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5A7EED4-187A-6425-A4B2-4918B997F4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E0DC230-4159-78E5-3E63-0A7C1CB69C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5789090-7128-7730-5E2B-E78613945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E7F7568-444A-0524-839E-B2C62E55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A14B36F-BDAA-687E-93DA-2F2DE2EFB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13269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90C57F-98B6-FEEB-04FC-0EA39303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9197FEB-577F-C6CE-6B47-C0C1635112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DBDF8F2-598C-1183-CDC6-0342EA5EA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5140E3B-F3CC-8875-F262-7AEF578EB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21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FF840641-82A1-3305-C015-A9F3695AB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F57F126-E276-C2C3-B3C6-CA5F959D2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48C17C-932F-AB45-9DAF-21B4B12A3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2910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30E495-3DAD-7AB8-90DC-DE787B2BA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863858B-F6E5-374E-33EC-818F340E2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9C63C17-3F48-E9A9-16D6-E0E8997326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EC8ACA0-F465-A413-FD25-9BFCBDF69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A627C1-8C40-9E6A-5F41-95EC70EB7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172E04-F2E5-1580-3599-0185CCA68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217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25ABBF-1E55-7130-EA1D-62F4B6493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67BB1EF-ECE3-4353-542A-9A7F0C5D14A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45EC21-84C7-EFB3-9580-2F130B4944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8526FD7-D97C-C93A-923C-FAFDE46B6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4E981-8867-F2A1-F436-D20D83103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974B43A-A19A-B0C3-5197-A7DE1EC38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6153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072FAB-3341-DBC0-27AB-B0B6F114B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2CB153F-A31D-4D97-1AAE-28DE35ACE6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01A696-2690-9B51-DFC1-6AC1BE132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6C979BF-F07C-0C7E-2E64-A8C3E651B2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15B742-B137-8B3C-65DB-1B2A5A878A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0140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7812F20-8F06-A98C-9E96-9DB25749B3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5B3BC96-A4BD-79FD-BBCD-D95176BB1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D0B900-008A-93F2-29F4-061E5B04F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02C6EE-F737-9619-1418-0B1E300C1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22753CB-1A8B-7A68-489D-24437CC4E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6679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9DE9EFD-6181-0E85-1446-053EBA0CB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E4341D5-2194-619A-F76B-9E0DDC6C5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036BA2-FB1B-26FB-1B24-813F7F3784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3DD016-1D0D-2247-80B5-08889058C924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397221-739E-43DC-E027-A5859D6AE8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8DD17E-0735-4250-1F07-C08A2E846F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CAE0C9-EA5F-A24C-867F-5B9C3B25570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4491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1F787F5-2788-6664-3E41-6C51EA7D0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81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716F7C1A-EA25-6153-45FD-653DBE18C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054108" cy="4530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0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14837B03-9FB8-76DA-D4C7-B71C74BE2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437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9558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7410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72725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3408</TotalTime>
  <Words>0</Words>
  <Application>Microsoft Macintosh PowerPoint</Application>
  <PresentationFormat>ワイド画面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林　雅周</dc:creator>
  <cp:lastModifiedBy>林　雅周</cp:lastModifiedBy>
  <cp:revision>2</cp:revision>
  <dcterms:created xsi:type="dcterms:W3CDTF">2026-04-04T17:18:23Z</dcterms:created>
  <dcterms:modified xsi:type="dcterms:W3CDTF">2026-04-08T12:55:04Z</dcterms:modified>
</cp:coreProperties>
</file>